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5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6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3"/>
    <p:sldMasterId id="2147483748" r:id="rId4"/>
    <p:sldMasterId id="2147483784" r:id="rId5"/>
    <p:sldMasterId id="2147483798" r:id="rId6"/>
    <p:sldMasterId id="2147483805" r:id="rId7"/>
    <p:sldMasterId id="2147483980" r:id="rId8"/>
    <p:sldMasterId id="2147484028" r:id="rId9"/>
  </p:sldMasterIdLst>
  <p:notesMasterIdLst>
    <p:notesMasterId r:id="rId18"/>
  </p:notesMasterIdLst>
  <p:handoutMasterIdLst>
    <p:handoutMasterId r:id="rId19"/>
  </p:handoutMasterIdLst>
  <p:sldIdLst>
    <p:sldId id="4888" r:id="rId10"/>
    <p:sldId id="8303" r:id="rId11"/>
    <p:sldId id="8301" r:id="rId12"/>
    <p:sldId id="8302" r:id="rId13"/>
    <p:sldId id="8305" r:id="rId14"/>
    <p:sldId id="8304" r:id="rId15"/>
    <p:sldId id="8306" r:id="rId16"/>
    <p:sldId id="8298" r:id="rId17"/>
  </p:sldIdLst>
  <p:sldSz cx="12192000" cy="6858000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4">
          <p15:clr>
            <a:srgbClr val="A4A3A4"/>
          </p15:clr>
        </p15:guide>
        <p15:guide id="2" pos="71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mal Patil" initials="KP" lastIdx="1" clrIdx="0">
    <p:extLst>
      <p:ext uri="{19B8F6BF-5375-455C-9EA6-DF929625EA0E}">
        <p15:presenceInfo xmlns:p15="http://schemas.microsoft.com/office/powerpoint/2012/main" userId="S-1-5-21-2896134596-236033004-252923500-2226" providerId="AD"/>
      </p:ext>
    </p:extLst>
  </p:cmAuthor>
  <p:cmAuthor id="2" name="李刚" initials="李刚" lastIdx="1" clrIdx="1">
    <p:extLst>
      <p:ext uri="{19B8F6BF-5375-455C-9EA6-DF929625EA0E}">
        <p15:presenceInfo xmlns:p15="http://schemas.microsoft.com/office/powerpoint/2012/main" userId="S-1-5-21-281668835-776603923-772431982-4338" providerId="AD"/>
      </p:ext>
    </p:extLst>
  </p:cmAuthor>
  <p:cmAuthor id="3" name="Prashant Thakur" initials="PT" lastIdx="1" clrIdx="2">
    <p:extLst>
      <p:ext uri="{19B8F6BF-5375-455C-9EA6-DF929625EA0E}">
        <p15:presenceInfo xmlns:p15="http://schemas.microsoft.com/office/powerpoint/2012/main" userId="S::prashant.thakur@mgmotor.co.in::5c49d848-f105-4ffc-bbf6-eb165cc4b63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C000"/>
    <a:srgbClr val="9DC3E6"/>
    <a:srgbClr val="FFF2CC"/>
    <a:srgbClr val="8EA9DB"/>
    <a:srgbClr val="EDEDED"/>
    <a:srgbClr val="B4C6E7"/>
    <a:srgbClr val="F88AF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63AA6E-D37D-4B5C-9E2D-8F0FD3950D86}" v="9" dt="2025-12-23T20:34:48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92" autoAdjust="0"/>
    <p:restoredTop sz="82512" autoAdjust="0"/>
  </p:normalViewPr>
  <p:slideViewPr>
    <p:cSldViewPr snapToGrid="0">
      <p:cViewPr>
        <p:scale>
          <a:sx n="75" d="100"/>
          <a:sy n="75" d="100"/>
        </p:scale>
        <p:origin x="1152" y="726"/>
      </p:cViewPr>
      <p:guideLst>
        <p:guide orient="horz" pos="2074"/>
        <p:guide pos="71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66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6.xml"/><Relationship Id="rId13" Type="http://schemas.openxmlformats.org/officeDocument/2006/relationships/slide" Target="slides/slide4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1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5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4.xml"/><Relationship Id="rId11" Type="http://schemas.openxmlformats.org/officeDocument/2006/relationships/slide" Target="slides/slide2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3.xml"/><Relationship Id="rId15" Type="http://schemas.openxmlformats.org/officeDocument/2006/relationships/slide" Target="slides/slide6.xml"/><Relationship Id="rId23" Type="http://schemas.openxmlformats.org/officeDocument/2006/relationships/theme" Target="theme/theme1.xml"/><Relationship Id="rId10" Type="http://schemas.openxmlformats.org/officeDocument/2006/relationships/slide" Target="slides/slide1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7.xml"/><Relationship Id="rId14" Type="http://schemas.openxmlformats.org/officeDocument/2006/relationships/slide" Target="slides/slide5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mod Singh" userId="e596d5a6-5b5a-4467-8887-491fb0ffd6ed" providerId="ADAL" clId="{49513307-01AD-4EBE-9330-73D0AA057D81}"/>
    <pc:docChg chg="undo custSel modSld">
      <pc:chgData name="Pramod Singh" userId="e596d5a6-5b5a-4467-8887-491fb0ffd6ed" providerId="ADAL" clId="{49513307-01AD-4EBE-9330-73D0AA057D81}" dt="2025-12-27T11:15:45.891" v="96" actId="14100"/>
      <pc:docMkLst>
        <pc:docMk/>
      </pc:docMkLst>
      <pc:sldChg chg="modSp mod">
        <pc:chgData name="Pramod Singh" userId="e596d5a6-5b5a-4467-8887-491fb0ffd6ed" providerId="ADAL" clId="{49513307-01AD-4EBE-9330-73D0AA057D81}" dt="2025-12-23T19:47:30.553" v="1" actId="20577"/>
        <pc:sldMkLst>
          <pc:docMk/>
          <pc:sldMk cId="335731138" sldId="8301"/>
        </pc:sldMkLst>
        <pc:spChg chg="mod">
          <ac:chgData name="Pramod Singh" userId="e596d5a6-5b5a-4467-8887-491fb0ffd6ed" providerId="ADAL" clId="{49513307-01AD-4EBE-9330-73D0AA057D81}" dt="2025-12-23T19:47:30.553" v="1" actId="20577"/>
          <ac:spMkLst>
            <pc:docMk/>
            <pc:sldMk cId="335731138" sldId="8301"/>
            <ac:spMk id="8" creationId="{C340B9E9-A305-4B78-4505-7F03BC5FE5AE}"/>
          </ac:spMkLst>
        </pc:spChg>
      </pc:sldChg>
      <pc:sldChg chg="modSp mod">
        <pc:chgData name="Pramod Singh" userId="e596d5a6-5b5a-4467-8887-491fb0ffd6ed" providerId="ADAL" clId="{49513307-01AD-4EBE-9330-73D0AA057D81}" dt="2025-12-27T11:15:45.891" v="96" actId="14100"/>
        <pc:sldMkLst>
          <pc:docMk/>
          <pc:sldMk cId="709277153" sldId="8304"/>
        </pc:sldMkLst>
        <pc:picChg chg="mod">
          <ac:chgData name="Pramod Singh" userId="e596d5a6-5b5a-4467-8887-491fb0ffd6ed" providerId="ADAL" clId="{49513307-01AD-4EBE-9330-73D0AA057D81}" dt="2025-12-27T11:15:45.891" v="96" actId="14100"/>
          <ac:picMkLst>
            <pc:docMk/>
            <pc:sldMk cId="709277153" sldId="8304"/>
            <ac:picMk id="10" creationId="{7659BB58-9310-CB22-7FB3-7024683AA46E}"/>
          </ac:picMkLst>
        </pc:picChg>
      </pc:sldChg>
      <pc:sldChg chg="addSp modSp mod">
        <pc:chgData name="Pramod Singh" userId="e596d5a6-5b5a-4467-8887-491fb0ffd6ed" providerId="ADAL" clId="{49513307-01AD-4EBE-9330-73D0AA057D81}" dt="2025-12-23T20:33:43.769" v="68" actId="20577"/>
        <pc:sldMkLst>
          <pc:docMk/>
          <pc:sldMk cId="2794874176" sldId="8305"/>
        </pc:sldMkLst>
        <pc:spChg chg="add mod">
          <ac:chgData name="Pramod Singh" userId="e596d5a6-5b5a-4467-8887-491fb0ffd6ed" providerId="ADAL" clId="{49513307-01AD-4EBE-9330-73D0AA057D81}" dt="2025-12-23T20:33:04.955" v="46" actId="1076"/>
          <ac:spMkLst>
            <pc:docMk/>
            <pc:sldMk cId="2794874176" sldId="8305"/>
            <ac:spMk id="14" creationId="{D126EE5B-EC53-F86B-EB37-90AB4469CA92}"/>
          </ac:spMkLst>
        </pc:spChg>
        <pc:spChg chg="add mod">
          <ac:chgData name="Pramod Singh" userId="e596d5a6-5b5a-4467-8887-491fb0ffd6ed" providerId="ADAL" clId="{49513307-01AD-4EBE-9330-73D0AA057D81}" dt="2025-12-23T20:33:43.769" v="68" actId="20577"/>
          <ac:spMkLst>
            <pc:docMk/>
            <pc:sldMk cId="2794874176" sldId="8305"/>
            <ac:spMk id="15" creationId="{0C586BF6-A677-FE19-3EE8-5A33DBA8FD5C}"/>
          </ac:spMkLst>
        </pc:spChg>
        <pc:cxnChg chg="add mod">
          <ac:chgData name="Pramod Singh" userId="e596d5a6-5b5a-4467-8887-491fb0ffd6ed" providerId="ADAL" clId="{49513307-01AD-4EBE-9330-73D0AA057D81}" dt="2025-12-23T20:32:06.026" v="13" actId="1076"/>
          <ac:cxnSpMkLst>
            <pc:docMk/>
            <pc:sldMk cId="2794874176" sldId="8305"/>
            <ac:cxnSpMk id="2" creationId="{6D6CBB27-DF25-CE7D-8782-0474DFDA73BC}"/>
          </ac:cxnSpMkLst>
        </pc:cxnChg>
        <pc:cxnChg chg="add mod">
          <ac:chgData name="Pramod Singh" userId="e596d5a6-5b5a-4467-8887-491fb0ffd6ed" providerId="ADAL" clId="{49513307-01AD-4EBE-9330-73D0AA057D81}" dt="2025-12-23T20:32:11.588" v="14" actId="14100"/>
          <ac:cxnSpMkLst>
            <pc:docMk/>
            <pc:sldMk cId="2794874176" sldId="8305"/>
            <ac:cxnSpMk id="9" creationId="{B1D25951-1ED1-CCF7-79C3-CA3DB2593CC8}"/>
          </ac:cxnSpMkLst>
        </pc:cxnChg>
        <pc:cxnChg chg="add mod">
          <ac:chgData name="Pramod Singh" userId="e596d5a6-5b5a-4467-8887-491fb0ffd6ed" providerId="ADAL" clId="{49513307-01AD-4EBE-9330-73D0AA057D81}" dt="2025-12-23T20:33:26.817" v="51" actId="14100"/>
          <ac:cxnSpMkLst>
            <pc:docMk/>
            <pc:sldMk cId="2794874176" sldId="8305"/>
            <ac:cxnSpMk id="16" creationId="{F3C9CC0C-317C-C089-7A90-7164BED9C439}"/>
          </ac:cxnSpMkLst>
        </pc:cxnChg>
      </pc:sldChg>
      <pc:sldChg chg="addSp modSp mod">
        <pc:chgData name="Pramod Singh" userId="e596d5a6-5b5a-4467-8887-491fb0ffd6ed" providerId="ADAL" clId="{49513307-01AD-4EBE-9330-73D0AA057D81}" dt="2025-12-23T20:36:29.811" v="95" actId="208"/>
        <pc:sldMkLst>
          <pc:docMk/>
          <pc:sldMk cId="2779297372" sldId="8306"/>
        </pc:sldMkLst>
        <pc:spChg chg="mod">
          <ac:chgData name="Pramod Singh" userId="e596d5a6-5b5a-4467-8887-491fb0ffd6ed" providerId="ADAL" clId="{49513307-01AD-4EBE-9330-73D0AA057D81}" dt="2025-12-23T20:36:29.811" v="95" actId="208"/>
          <ac:spMkLst>
            <pc:docMk/>
            <pc:sldMk cId="2779297372" sldId="8306"/>
            <ac:spMk id="2" creationId="{6372318A-5102-E808-35DA-A727319E7A0B}"/>
          </ac:spMkLst>
        </pc:spChg>
        <pc:spChg chg="add mod">
          <ac:chgData name="Pramod Singh" userId="e596d5a6-5b5a-4467-8887-491fb0ffd6ed" providerId="ADAL" clId="{49513307-01AD-4EBE-9330-73D0AA057D81}" dt="2025-12-23T20:34:42.287" v="77" actId="1076"/>
          <ac:spMkLst>
            <pc:docMk/>
            <pc:sldMk cId="2779297372" sldId="8306"/>
            <ac:spMk id="15" creationId="{2EE9EAAE-E1C2-02E2-C57A-D52D23772161}"/>
          </ac:spMkLst>
        </pc:spChg>
        <pc:spChg chg="add mod">
          <ac:chgData name="Pramod Singh" userId="e596d5a6-5b5a-4467-8887-491fb0ffd6ed" providerId="ADAL" clId="{49513307-01AD-4EBE-9330-73D0AA057D81}" dt="2025-12-23T20:34:58.899" v="85" actId="20577"/>
          <ac:spMkLst>
            <pc:docMk/>
            <pc:sldMk cId="2779297372" sldId="8306"/>
            <ac:spMk id="18" creationId="{81C6BAAC-31D4-B4D7-5132-1E05AE95D33D}"/>
          </ac:spMkLst>
        </pc:spChg>
        <pc:spChg chg="add mod">
          <ac:chgData name="Pramod Singh" userId="e596d5a6-5b5a-4467-8887-491fb0ffd6ed" providerId="ADAL" clId="{49513307-01AD-4EBE-9330-73D0AA057D81}" dt="2025-12-23T20:35:48.400" v="92" actId="1076"/>
          <ac:spMkLst>
            <pc:docMk/>
            <pc:sldMk cId="2779297372" sldId="8306"/>
            <ac:spMk id="20" creationId="{B0B8E8C4-CB01-1CB3-E175-07ECAC91A52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4"/>
            <a:ext cx="2945660" cy="498135"/>
          </a:xfrm>
          <a:prstGeom prst="rect">
            <a:avLst/>
          </a:prstGeom>
        </p:spPr>
        <p:txBody>
          <a:bodyPr vert="horz" lIns="91421" tIns="45711" rIns="91421" bIns="45711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4" y="4"/>
            <a:ext cx="2945660" cy="498135"/>
          </a:xfrm>
          <a:prstGeom prst="rect">
            <a:avLst/>
          </a:prstGeom>
        </p:spPr>
        <p:txBody>
          <a:bodyPr vert="horz" lIns="91421" tIns="45711" rIns="91421" bIns="45711" rtlCol="0"/>
          <a:lstStyle>
            <a:lvl1pPr algn="r">
              <a:defRPr sz="1200"/>
            </a:lvl1pPr>
          </a:lstStyle>
          <a:p>
            <a:fld id="{20B8A3F6-BBD4-4B57-B376-0A184AD98406}" type="datetimeFigureOut">
              <a:rPr lang="en-IN" smtClean="0"/>
              <a:t>05-03-2026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430092"/>
            <a:ext cx="2945660" cy="498134"/>
          </a:xfrm>
          <a:prstGeom prst="rect">
            <a:avLst/>
          </a:prstGeom>
        </p:spPr>
        <p:txBody>
          <a:bodyPr vert="horz" lIns="91421" tIns="45711" rIns="91421" bIns="45711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430092"/>
            <a:ext cx="2945660" cy="498134"/>
          </a:xfrm>
          <a:prstGeom prst="rect">
            <a:avLst/>
          </a:prstGeom>
        </p:spPr>
        <p:txBody>
          <a:bodyPr vert="horz" lIns="91421" tIns="45711" rIns="91421" bIns="45711" rtlCol="0" anchor="b"/>
          <a:lstStyle>
            <a:lvl1pPr algn="r">
              <a:defRPr sz="1200"/>
            </a:lvl1pPr>
          </a:lstStyle>
          <a:p>
            <a:fld id="{E1DABFBD-2FB7-4455-A240-F86FFADF89C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97050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4"/>
            <a:ext cx="2945660" cy="498135"/>
          </a:xfrm>
          <a:prstGeom prst="rect">
            <a:avLst/>
          </a:prstGeom>
        </p:spPr>
        <p:txBody>
          <a:bodyPr vert="horz" lIns="91421" tIns="45711" rIns="91421" bIns="45711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4" y="4"/>
            <a:ext cx="2945660" cy="498135"/>
          </a:xfrm>
          <a:prstGeom prst="rect">
            <a:avLst/>
          </a:prstGeom>
        </p:spPr>
        <p:txBody>
          <a:bodyPr vert="horz" lIns="91421" tIns="45711" rIns="91421" bIns="45711" rtlCol="0"/>
          <a:lstStyle>
            <a:lvl1pPr algn="r">
              <a:defRPr sz="1200"/>
            </a:lvl1pPr>
          </a:lstStyle>
          <a:p>
            <a:fld id="{9F6982C7-DAB3-4B1B-B002-983F4AA603CE}" type="datetimeFigureOut">
              <a:rPr lang="zh-CN" altLang="en-US" smtClean="0"/>
              <a:pPr/>
              <a:t>2026/3/5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1" tIns="45711" rIns="91421" bIns="45711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62"/>
            <a:ext cx="5438140" cy="3909239"/>
          </a:xfrm>
          <a:prstGeom prst="rect">
            <a:avLst/>
          </a:prstGeom>
        </p:spPr>
        <p:txBody>
          <a:bodyPr vert="horz" lIns="91421" tIns="45711" rIns="91421" bIns="45711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2" y="9430092"/>
            <a:ext cx="2945660" cy="498134"/>
          </a:xfrm>
          <a:prstGeom prst="rect">
            <a:avLst/>
          </a:prstGeom>
        </p:spPr>
        <p:txBody>
          <a:bodyPr vert="horz" lIns="91421" tIns="45711" rIns="91421" bIns="45711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4" y="9430092"/>
            <a:ext cx="2945660" cy="498134"/>
          </a:xfrm>
          <a:prstGeom prst="rect">
            <a:avLst/>
          </a:prstGeom>
        </p:spPr>
        <p:txBody>
          <a:bodyPr vert="horz" lIns="91421" tIns="45711" rIns="91421" bIns="45711" rtlCol="0" anchor="b"/>
          <a:lstStyle>
            <a:lvl1pPr algn="r">
              <a:defRPr sz="1200"/>
            </a:lvl1pPr>
          </a:lstStyle>
          <a:p>
            <a:fld id="{BCF9011A-AD7E-42B8-A16B-17F3C6E531B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925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392A89-798B-48DE-8F76-F682099A1AAE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479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text</a:t>
            </a:r>
            <a:endParaRPr lang="zh-CN" altLang="en-US" dirty="0"/>
          </a:p>
          <a:p>
            <a:pPr lvl="1"/>
            <a:r>
              <a:rPr lang="en-US" altLang="zh-CN" dirty="0"/>
              <a:t>text</a:t>
            </a:r>
            <a:endParaRPr lang="zh-CN" altLang="en-US" dirty="0"/>
          </a:p>
          <a:p>
            <a:pPr lvl="2"/>
            <a:r>
              <a:rPr lang="en-US" altLang="zh-CN" dirty="0"/>
              <a:t>text</a:t>
            </a:r>
            <a:endParaRPr lang="zh-CN" altLang="en-US" dirty="0"/>
          </a:p>
          <a:p>
            <a:pPr lvl="3"/>
            <a:r>
              <a:rPr lang="en-US" altLang="zh-CN" dirty="0"/>
              <a:t>text</a:t>
            </a:r>
            <a:endParaRPr lang="zh-CN" altLang="en-US" dirty="0"/>
          </a:p>
          <a:p>
            <a:pPr lvl="4"/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text</a:t>
            </a:r>
            <a:endParaRPr lang="zh-CN" altLang="en-US" dirty="0"/>
          </a:p>
          <a:p>
            <a:pPr lvl="1"/>
            <a:r>
              <a:rPr lang="en-US" altLang="zh-CN" dirty="0"/>
              <a:t>text</a:t>
            </a:r>
            <a:endParaRPr lang="zh-CN" altLang="en-US" dirty="0"/>
          </a:p>
          <a:p>
            <a:pPr lvl="2"/>
            <a:r>
              <a:rPr lang="en-US" altLang="zh-CN" dirty="0"/>
              <a:t>text</a:t>
            </a:r>
            <a:endParaRPr lang="zh-CN" altLang="en-US" dirty="0"/>
          </a:p>
          <a:p>
            <a:pPr lvl="3"/>
            <a:r>
              <a:rPr lang="en-US" altLang="zh-CN" dirty="0"/>
              <a:t>text</a:t>
            </a:r>
            <a:endParaRPr lang="zh-CN" altLang="en-US" dirty="0"/>
          </a:p>
          <a:p>
            <a:pPr lvl="4"/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0" y="6278186"/>
            <a:ext cx="5798917" cy="579814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Topic Author | Department Version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659565" y="723900"/>
            <a:ext cx="532435" cy="348794"/>
          </a:xfrm>
        </p:spPr>
        <p:txBody>
          <a:bodyPr/>
          <a:lstStyle/>
          <a:p>
            <a:fld id="{8804C388-3F01-4F71-8CAE-A2AB6BAD2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143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0" y="6278186"/>
            <a:ext cx="5798917" cy="579814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Topic Author | Department Version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4C388-3F01-4F71-8CAE-A2AB6BAD2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485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text</a:t>
            </a:r>
            <a:endParaRPr lang="zh-CN" altLang="en-US" dirty="0"/>
          </a:p>
          <a:p>
            <a:pPr lvl="1"/>
            <a:r>
              <a:rPr lang="en-US" altLang="zh-CN" dirty="0"/>
              <a:t>text</a:t>
            </a:r>
            <a:endParaRPr lang="zh-CN" altLang="en-US" dirty="0"/>
          </a:p>
          <a:p>
            <a:pPr lvl="2"/>
            <a:r>
              <a:rPr lang="en-US" altLang="zh-CN" dirty="0"/>
              <a:t>text</a:t>
            </a:r>
            <a:endParaRPr lang="zh-CN" altLang="en-US" dirty="0"/>
          </a:p>
          <a:p>
            <a:pPr lvl="3"/>
            <a:r>
              <a:rPr lang="en-US" altLang="zh-CN" dirty="0"/>
              <a:t>text</a:t>
            </a:r>
            <a:endParaRPr lang="zh-CN" altLang="en-US" dirty="0"/>
          </a:p>
          <a:p>
            <a:pPr lvl="4"/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text</a:t>
            </a:r>
            <a:endParaRPr lang="zh-CN" altLang="en-US" dirty="0"/>
          </a:p>
          <a:p>
            <a:pPr lvl="1"/>
            <a:r>
              <a:rPr lang="en-US" altLang="zh-CN" dirty="0"/>
              <a:t>text</a:t>
            </a:r>
            <a:endParaRPr lang="zh-CN" altLang="en-US" dirty="0"/>
          </a:p>
          <a:p>
            <a:pPr lvl="2"/>
            <a:r>
              <a:rPr lang="en-US" altLang="zh-CN" dirty="0"/>
              <a:t>text</a:t>
            </a:r>
            <a:endParaRPr lang="zh-CN" altLang="en-US" dirty="0"/>
          </a:p>
          <a:p>
            <a:pPr lvl="3"/>
            <a:r>
              <a:rPr lang="en-US" altLang="zh-CN" dirty="0"/>
              <a:t>text</a:t>
            </a:r>
            <a:endParaRPr lang="zh-CN" altLang="en-US" dirty="0"/>
          </a:p>
          <a:p>
            <a:pPr lvl="4"/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0" y="6278186"/>
            <a:ext cx="5798917" cy="579814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Topic Author | Department Version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659565" y="723900"/>
            <a:ext cx="532435" cy="348794"/>
          </a:xfrm>
        </p:spPr>
        <p:txBody>
          <a:bodyPr/>
          <a:lstStyle/>
          <a:p>
            <a:fld id="{8804C388-3F01-4F71-8CAE-A2AB6BAD2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260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0" y="6278186"/>
            <a:ext cx="5798917" cy="579814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Topic Author | Department Version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4C388-3F01-4F71-8CAE-A2AB6BAD2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0207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62024" y="-2"/>
            <a:ext cx="8463025" cy="68877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text</a:t>
            </a:r>
            <a:endParaRPr lang="zh-CN" altLang="en-US" dirty="0"/>
          </a:p>
          <a:p>
            <a:pPr lvl="1"/>
            <a:r>
              <a:rPr lang="en-US" altLang="zh-CN" dirty="0"/>
              <a:t>text</a:t>
            </a:r>
            <a:endParaRPr lang="zh-CN" altLang="en-US" dirty="0"/>
          </a:p>
          <a:p>
            <a:pPr lvl="2"/>
            <a:r>
              <a:rPr lang="en-US" altLang="zh-CN" dirty="0"/>
              <a:t>text</a:t>
            </a:r>
            <a:endParaRPr lang="zh-CN" altLang="en-US" dirty="0"/>
          </a:p>
          <a:p>
            <a:pPr lvl="3"/>
            <a:r>
              <a:rPr lang="en-US" altLang="zh-CN" dirty="0"/>
              <a:t>text</a:t>
            </a:r>
            <a:endParaRPr lang="zh-CN" altLang="en-US" dirty="0"/>
          </a:p>
          <a:p>
            <a:pPr lvl="4"/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4C388-3F01-4F71-8CAE-A2AB6BAD2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34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62024" y="-2"/>
            <a:ext cx="8463025" cy="7243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text</a:t>
            </a:r>
            <a:endParaRPr lang="zh-CN" altLang="en-US" dirty="0"/>
          </a:p>
          <a:p>
            <a:pPr lvl="1"/>
            <a:r>
              <a:rPr lang="en-US" altLang="zh-CN" dirty="0"/>
              <a:t>text</a:t>
            </a:r>
            <a:endParaRPr lang="zh-CN" altLang="en-US" dirty="0"/>
          </a:p>
          <a:p>
            <a:pPr lvl="2"/>
            <a:r>
              <a:rPr lang="en-US" altLang="zh-CN" dirty="0"/>
              <a:t>text</a:t>
            </a:r>
            <a:endParaRPr lang="zh-CN" altLang="en-US" dirty="0"/>
          </a:p>
          <a:p>
            <a:pPr lvl="3"/>
            <a:r>
              <a:rPr lang="en-US" altLang="zh-CN" dirty="0"/>
              <a:t>text</a:t>
            </a:r>
            <a:endParaRPr lang="zh-CN" altLang="en-US" dirty="0"/>
          </a:p>
          <a:p>
            <a:pPr lvl="4"/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text</a:t>
            </a:r>
            <a:endParaRPr lang="zh-CN" altLang="en-US" dirty="0"/>
          </a:p>
          <a:p>
            <a:pPr lvl="1"/>
            <a:r>
              <a:rPr lang="en-US" altLang="zh-CN" dirty="0"/>
              <a:t>text</a:t>
            </a:r>
            <a:endParaRPr lang="zh-CN" altLang="en-US" dirty="0"/>
          </a:p>
          <a:p>
            <a:pPr lvl="2"/>
            <a:r>
              <a:rPr lang="en-US" altLang="zh-CN" dirty="0"/>
              <a:t>text</a:t>
            </a:r>
            <a:endParaRPr lang="zh-CN" altLang="en-US" dirty="0"/>
          </a:p>
          <a:p>
            <a:pPr lvl="3"/>
            <a:r>
              <a:rPr lang="en-US" altLang="zh-CN" dirty="0"/>
              <a:t>text</a:t>
            </a:r>
            <a:endParaRPr lang="zh-CN" altLang="en-US" dirty="0"/>
          </a:p>
          <a:p>
            <a:pPr lvl="4"/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4C388-3F01-4F71-8CAE-A2AB6BAD2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940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4C388-3F01-4F71-8CAE-A2AB6BAD2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298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4C388-3F01-4F71-8CAE-A2AB6BAD238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879900" y="1586909"/>
            <a:ext cx="3913636" cy="446883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943622" y="1742499"/>
            <a:ext cx="3786187" cy="415766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sz="quarter" idx="15" hasCustomPrompt="1"/>
          </p:nvPr>
        </p:nvSpPr>
        <p:spPr>
          <a:xfrm>
            <a:off x="5046395" y="1741691"/>
            <a:ext cx="6228332" cy="415846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Text</a:t>
            </a:r>
            <a:endParaRPr lang="zh-CN" altLang="en-US" dirty="0"/>
          </a:p>
          <a:p>
            <a:pPr lvl="1"/>
            <a:r>
              <a:rPr lang="en-US" altLang="zh-CN" dirty="0"/>
              <a:t>text</a:t>
            </a:r>
            <a:endParaRPr lang="zh-CN" altLang="en-US" dirty="0"/>
          </a:p>
          <a:p>
            <a:pPr lvl="2"/>
            <a:r>
              <a:rPr lang="en-US" altLang="zh-CN" dirty="0"/>
              <a:t>text</a:t>
            </a:r>
            <a:endParaRPr lang="zh-CN" altLang="en-US" dirty="0"/>
          </a:p>
          <a:p>
            <a:pPr lvl="3"/>
            <a:r>
              <a:rPr lang="en-US" altLang="zh-CN" dirty="0"/>
              <a:t>text</a:t>
            </a:r>
            <a:endParaRPr lang="zh-CN" altLang="en-US" dirty="0"/>
          </a:p>
          <a:p>
            <a:pPr lvl="4"/>
            <a:r>
              <a:rPr lang="en-US" altLang="zh-CN" dirty="0"/>
              <a:t>text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511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62021" y="-2"/>
            <a:ext cx="8463025" cy="688771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text</a:t>
            </a:r>
            <a:endParaRPr lang="zh-CN" altLang="en-US" dirty="0"/>
          </a:p>
          <a:p>
            <a:pPr lvl="1"/>
            <a:r>
              <a:rPr lang="en-US" altLang="zh-CN" dirty="0"/>
              <a:t>text</a:t>
            </a:r>
            <a:endParaRPr lang="zh-CN" altLang="en-US" dirty="0"/>
          </a:p>
          <a:p>
            <a:pPr lvl="2"/>
            <a:r>
              <a:rPr lang="en-US" altLang="zh-CN" dirty="0"/>
              <a:t>text</a:t>
            </a:r>
            <a:endParaRPr lang="zh-CN" altLang="en-US" dirty="0"/>
          </a:p>
          <a:p>
            <a:pPr lvl="3"/>
            <a:r>
              <a:rPr lang="en-US" altLang="zh-CN" dirty="0"/>
              <a:t>text</a:t>
            </a:r>
            <a:endParaRPr lang="zh-CN" altLang="en-US" dirty="0"/>
          </a:p>
          <a:p>
            <a:pPr lvl="4"/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4C388-3F01-4F71-8CAE-A2AB6BAD2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288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62021" y="-2"/>
            <a:ext cx="8463025" cy="724397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text</a:t>
            </a:r>
            <a:endParaRPr lang="zh-CN" altLang="en-US" dirty="0"/>
          </a:p>
          <a:p>
            <a:pPr lvl="1"/>
            <a:r>
              <a:rPr lang="en-US" altLang="zh-CN" dirty="0"/>
              <a:t>text</a:t>
            </a:r>
            <a:endParaRPr lang="zh-CN" altLang="en-US" dirty="0"/>
          </a:p>
          <a:p>
            <a:pPr lvl="2"/>
            <a:r>
              <a:rPr lang="en-US" altLang="zh-CN" dirty="0"/>
              <a:t>text</a:t>
            </a:r>
            <a:endParaRPr lang="zh-CN" altLang="en-US" dirty="0"/>
          </a:p>
          <a:p>
            <a:pPr lvl="3"/>
            <a:r>
              <a:rPr lang="en-US" altLang="zh-CN" dirty="0"/>
              <a:t>text</a:t>
            </a:r>
            <a:endParaRPr lang="zh-CN" altLang="en-US" dirty="0"/>
          </a:p>
          <a:p>
            <a:pPr lvl="4"/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text</a:t>
            </a:r>
            <a:endParaRPr lang="zh-CN" altLang="en-US" dirty="0"/>
          </a:p>
          <a:p>
            <a:pPr lvl="1"/>
            <a:r>
              <a:rPr lang="en-US" altLang="zh-CN" dirty="0"/>
              <a:t>text</a:t>
            </a:r>
            <a:endParaRPr lang="zh-CN" altLang="en-US" dirty="0"/>
          </a:p>
          <a:p>
            <a:pPr lvl="2"/>
            <a:r>
              <a:rPr lang="en-US" altLang="zh-CN" dirty="0"/>
              <a:t>text</a:t>
            </a:r>
            <a:endParaRPr lang="zh-CN" altLang="en-US" dirty="0"/>
          </a:p>
          <a:p>
            <a:pPr lvl="3"/>
            <a:r>
              <a:rPr lang="en-US" altLang="zh-CN" dirty="0"/>
              <a:t>text</a:t>
            </a:r>
            <a:endParaRPr lang="zh-CN" altLang="en-US" dirty="0"/>
          </a:p>
          <a:p>
            <a:pPr lvl="4"/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4C388-3F01-4F71-8CAE-A2AB6BAD2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874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62021" y="-2"/>
            <a:ext cx="8463025" cy="771898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4C388-3F01-4F71-8CAE-A2AB6BAD2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633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62021" y="-2"/>
            <a:ext cx="8463025" cy="676896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4C388-3F01-4F71-8CAE-A2AB6BAD238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879897" y="1586909"/>
            <a:ext cx="3913636" cy="446883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943622" y="1742498"/>
            <a:ext cx="3786187" cy="415766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sz="quarter" idx="15" hasCustomPrompt="1"/>
          </p:nvPr>
        </p:nvSpPr>
        <p:spPr>
          <a:xfrm>
            <a:off x="5046393" y="1741691"/>
            <a:ext cx="6228332" cy="415846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Text</a:t>
            </a:r>
            <a:endParaRPr lang="zh-CN" altLang="en-US" dirty="0"/>
          </a:p>
          <a:p>
            <a:pPr lvl="1"/>
            <a:r>
              <a:rPr lang="en-US" altLang="zh-CN" dirty="0"/>
              <a:t>text</a:t>
            </a:r>
            <a:endParaRPr lang="zh-CN" altLang="en-US" dirty="0"/>
          </a:p>
          <a:p>
            <a:pPr lvl="2"/>
            <a:r>
              <a:rPr lang="en-US" altLang="zh-CN" dirty="0"/>
              <a:t>text</a:t>
            </a:r>
            <a:endParaRPr lang="zh-CN" altLang="en-US" dirty="0"/>
          </a:p>
          <a:p>
            <a:pPr lvl="3"/>
            <a:r>
              <a:rPr lang="en-US" altLang="zh-CN" dirty="0"/>
              <a:t>text</a:t>
            </a:r>
            <a:endParaRPr lang="zh-CN" altLang="en-US" dirty="0"/>
          </a:p>
          <a:p>
            <a:pPr lvl="4"/>
            <a:r>
              <a:rPr lang="en-US" altLang="zh-CN" dirty="0"/>
              <a:t>text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7452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106331"/>
            <a:ext cx="10515600" cy="739056"/>
          </a:xfrm>
        </p:spPr>
        <p:txBody>
          <a:bodyPr>
            <a:normAutofit/>
          </a:bodyPr>
          <a:lstStyle>
            <a:lvl1pPr>
              <a:defRPr sz="292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55917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1FA5B-8C36-4D34-8C74-34182690D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9A16E-A829-4E55-9525-A6C10F47DEB3}" type="datetimeFigureOut">
              <a:rPr lang="en-IN" smtClean="0"/>
              <a:t>05-03-2026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81A425-E8CF-4811-A8A0-C12E91F73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0123D-8D7B-4B14-862E-D6004040E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630F3-4613-4169-8E57-4EFC5C00663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96673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62024" y="-2"/>
            <a:ext cx="8463025" cy="68877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text</a:t>
            </a:r>
            <a:endParaRPr lang="zh-CN" altLang="en-US" dirty="0"/>
          </a:p>
          <a:p>
            <a:pPr lvl="1"/>
            <a:r>
              <a:rPr lang="en-US" altLang="zh-CN" dirty="0"/>
              <a:t>text</a:t>
            </a:r>
            <a:endParaRPr lang="zh-CN" altLang="en-US" dirty="0"/>
          </a:p>
          <a:p>
            <a:pPr lvl="2"/>
            <a:r>
              <a:rPr lang="en-US" altLang="zh-CN" dirty="0"/>
              <a:t>text</a:t>
            </a:r>
            <a:endParaRPr lang="zh-CN" altLang="en-US" dirty="0"/>
          </a:p>
          <a:p>
            <a:pPr lvl="3"/>
            <a:r>
              <a:rPr lang="en-US" altLang="zh-CN" dirty="0"/>
              <a:t>text</a:t>
            </a:r>
            <a:endParaRPr lang="zh-CN" altLang="en-US" dirty="0"/>
          </a:p>
          <a:p>
            <a:pPr lvl="4"/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4C388-3F01-4F71-8CAE-A2AB6BAD2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9788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62024" y="-2"/>
            <a:ext cx="8463025" cy="7243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text</a:t>
            </a:r>
            <a:endParaRPr lang="zh-CN" altLang="en-US" dirty="0"/>
          </a:p>
          <a:p>
            <a:pPr lvl="1"/>
            <a:r>
              <a:rPr lang="en-US" altLang="zh-CN" dirty="0"/>
              <a:t>text</a:t>
            </a:r>
            <a:endParaRPr lang="zh-CN" altLang="en-US" dirty="0"/>
          </a:p>
          <a:p>
            <a:pPr lvl="2"/>
            <a:r>
              <a:rPr lang="en-US" altLang="zh-CN" dirty="0"/>
              <a:t>text</a:t>
            </a:r>
            <a:endParaRPr lang="zh-CN" altLang="en-US" dirty="0"/>
          </a:p>
          <a:p>
            <a:pPr lvl="3"/>
            <a:r>
              <a:rPr lang="en-US" altLang="zh-CN" dirty="0"/>
              <a:t>text</a:t>
            </a:r>
            <a:endParaRPr lang="zh-CN" altLang="en-US" dirty="0"/>
          </a:p>
          <a:p>
            <a:pPr lvl="4"/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text</a:t>
            </a:r>
            <a:endParaRPr lang="zh-CN" altLang="en-US" dirty="0"/>
          </a:p>
          <a:p>
            <a:pPr lvl="1"/>
            <a:r>
              <a:rPr lang="en-US" altLang="zh-CN" dirty="0"/>
              <a:t>text</a:t>
            </a:r>
            <a:endParaRPr lang="zh-CN" altLang="en-US" dirty="0"/>
          </a:p>
          <a:p>
            <a:pPr lvl="2"/>
            <a:r>
              <a:rPr lang="en-US" altLang="zh-CN" dirty="0"/>
              <a:t>text</a:t>
            </a:r>
            <a:endParaRPr lang="zh-CN" altLang="en-US" dirty="0"/>
          </a:p>
          <a:p>
            <a:pPr lvl="3"/>
            <a:r>
              <a:rPr lang="en-US" altLang="zh-CN" dirty="0"/>
              <a:t>text</a:t>
            </a:r>
            <a:endParaRPr lang="zh-CN" altLang="en-US" dirty="0"/>
          </a:p>
          <a:p>
            <a:pPr lvl="4"/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4C388-3F01-4F71-8CAE-A2AB6BAD2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5677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4C388-3F01-4F71-8CAE-A2AB6BAD238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6554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4C388-3F01-4F71-8CAE-A2AB6BAD238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879900" y="1586909"/>
            <a:ext cx="3913636" cy="446883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943622" y="1742499"/>
            <a:ext cx="3786187" cy="415766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sz="quarter" idx="15" hasCustomPrompt="1"/>
          </p:nvPr>
        </p:nvSpPr>
        <p:spPr>
          <a:xfrm>
            <a:off x="5046395" y="1741691"/>
            <a:ext cx="6228332" cy="415846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Text</a:t>
            </a:r>
            <a:endParaRPr lang="zh-CN" altLang="en-US" dirty="0"/>
          </a:p>
          <a:p>
            <a:pPr lvl="1"/>
            <a:r>
              <a:rPr lang="en-US" altLang="zh-CN" dirty="0"/>
              <a:t>text</a:t>
            </a:r>
            <a:endParaRPr lang="zh-CN" altLang="en-US" dirty="0"/>
          </a:p>
          <a:p>
            <a:pPr lvl="2"/>
            <a:r>
              <a:rPr lang="en-US" altLang="zh-CN" dirty="0"/>
              <a:t>text</a:t>
            </a:r>
            <a:endParaRPr lang="zh-CN" altLang="en-US" dirty="0"/>
          </a:p>
          <a:p>
            <a:pPr lvl="3"/>
            <a:r>
              <a:rPr lang="en-US" altLang="zh-CN" dirty="0"/>
              <a:t>text</a:t>
            </a:r>
            <a:endParaRPr lang="zh-CN" altLang="en-US" dirty="0"/>
          </a:p>
          <a:p>
            <a:pPr lvl="4"/>
            <a:r>
              <a:rPr lang="en-US" altLang="zh-CN" dirty="0"/>
              <a:t>text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45257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79D4D5-BD84-4EA4-A89D-1225BA470E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 descr="A black and white photo of a building&#10;&#10;Description generated with very high confidence">
            <a:extLst>
              <a:ext uri="{FF2B5EF4-FFF2-40B4-BE49-F238E27FC236}">
                <a16:creationId xmlns:a16="http://schemas.microsoft.com/office/drawing/2014/main" id="{C8134493-F592-445A-B9A9-7A2255D8D5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3403BD-EDBB-40F8-BE5D-F277284985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6256" y="2687638"/>
            <a:ext cx="5929744" cy="914400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 sz="28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2368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44320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8200" y="1042481"/>
            <a:ext cx="10512424" cy="5873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1719837"/>
            <a:ext cx="10510836" cy="465010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GB" dirty="0"/>
          </a:p>
        </p:txBody>
      </p:sp>
      <p:sp>
        <p:nvSpPr>
          <p:cNvPr id="7" name="Title Placeholder 14">
            <a:extLst>
              <a:ext uri="{FF2B5EF4-FFF2-40B4-BE49-F238E27FC236}">
                <a16:creationId xmlns:a16="http://schemas.microsoft.com/office/drawing/2014/main" id="{3B35CCFF-E73C-4E93-AD98-0DBF45024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04651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20232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042481"/>
            <a:ext cx="5157787" cy="5873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1719838"/>
            <a:ext cx="5157787" cy="46501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GB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042481"/>
            <a:ext cx="5183188" cy="5873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719837"/>
            <a:ext cx="5183188" cy="465010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GB" dirty="0"/>
          </a:p>
        </p:txBody>
      </p:sp>
      <p:sp>
        <p:nvSpPr>
          <p:cNvPr id="7" name="Title Placeholder 14">
            <a:extLst>
              <a:ext uri="{FF2B5EF4-FFF2-40B4-BE49-F238E27FC236}">
                <a16:creationId xmlns:a16="http://schemas.microsoft.com/office/drawing/2014/main" id="{3B35CCFF-E73C-4E93-AD98-0DBF45024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04651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59729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GB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93815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4">
            <a:extLst>
              <a:ext uri="{FF2B5EF4-FFF2-40B4-BE49-F238E27FC236}">
                <a16:creationId xmlns:a16="http://schemas.microsoft.com/office/drawing/2014/main" id="{95904541-DD88-49B5-B5F0-19E2BF3D8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04651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B9D05C86-AD38-409F-B369-094A77AE4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6375"/>
            <a:ext cx="10515600" cy="4893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09383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476375"/>
            <a:ext cx="5181600" cy="489356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GB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476375"/>
            <a:ext cx="5181600" cy="489356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GB"/>
          </a:p>
        </p:txBody>
      </p:sp>
      <p:sp>
        <p:nvSpPr>
          <p:cNvPr id="5" name="Title Placeholder 14">
            <a:extLst>
              <a:ext uri="{FF2B5EF4-FFF2-40B4-BE49-F238E27FC236}">
                <a16:creationId xmlns:a16="http://schemas.microsoft.com/office/drawing/2014/main" id="{820014C4-9CD7-48AF-8EF6-E0D29B25B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04651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4095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4">
            <a:extLst>
              <a:ext uri="{FF2B5EF4-FFF2-40B4-BE49-F238E27FC236}">
                <a16:creationId xmlns:a16="http://schemas.microsoft.com/office/drawing/2014/main" id="{0F5BD0B2-1B1C-41BC-B19C-A76446A5D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04651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89547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4">
            <a:extLst>
              <a:ext uri="{FF2B5EF4-FFF2-40B4-BE49-F238E27FC236}">
                <a16:creationId xmlns:a16="http://schemas.microsoft.com/office/drawing/2014/main" id="{648D39C5-DEBA-4558-A229-FD40AFADBC23}"/>
              </a:ext>
            </a:extLst>
          </p:cNvPr>
          <p:cNvSpPr/>
          <p:nvPr userDrawn="1"/>
        </p:nvSpPr>
        <p:spPr>
          <a:xfrm>
            <a:off x="0" y="1148765"/>
            <a:ext cx="12192000" cy="5113490"/>
          </a:xfrm>
          <a:prstGeom prst="rect">
            <a:avLst/>
          </a:prstGeom>
          <a:solidFill>
            <a:srgbClr val="9E021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 Light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7E8627-85E0-4E43-A9A9-BF014E9FC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576" y="2276853"/>
            <a:ext cx="9081427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2168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462B7-ACBA-46D5-9108-7AE8A4D4874C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5" name="Picture 15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9CD38C5E-68AB-41DE-9E4E-26CCFBB7BC0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42851" y="-2025"/>
            <a:ext cx="1621897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6C1E5A-7F6B-486C-8EDE-4FF0F4708531}"/>
              </a:ext>
            </a:extLst>
          </p:cNvPr>
          <p:cNvCxnSpPr>
            <a:cxnSpLocks/>
          </p:cNvCxnSpPr>
          <p:nvPr userDrawn="1"/>
        </p:nvCxnSpPr>
        <p:spPr>
          <a:xfrm>
            <a:off x="0" y="789709"/>
            <a:ext cx="1054285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DD886C76-7211-43EC-9D1B-D6A8681ED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18" y="181550"/>
            <a:ext cx="10515600" cy="424584"/>
          </a:xfrm>
        </p:spPr>
        <p:txBody>
          <a:bodyPr>
            <a:normAutofit/>
          </a:bodyPr>
          <a:lstStyle>
            <a:lvl1pPr>
              <a:defRPr sz="2200" b="1">
                <a:latin typeface="Gill Sans MT" panose="020B0502020104020203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405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7F2BA5-02B1-49EF-A3B2-2C4EDBBA4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DE660-7E26-4545-8EF1-68E36E454CB5}" type="datetimeFigureOut">
              <a:rPr lang="en-IN" smtClean="0"/>
              <a:t>05-03-2026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E99C09-5599-449E-9B80-B822E69C4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7E5A7-93E2-424C-8622-DB9EC182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BDCF8-2091-4C44-A5EB-155EE84F2C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2342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1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43043" y="1298976"/>
            <a:ext cx="8463025" cy="10532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Text</a:t>
            </a:r>
            <a:endParaRPr lang="zh-CN" altLang="en-US" dirty="0"/>
          </a:p>
          <a:p>
            <a:pPr lvl="1"/>
            <a:r>
              <a:rPr lang="en-US" altLang="zh-CN" dirty="0"/>
              <a:t>text</a:t>
            </a:r>
            <a:endParaRPr lang="zh-CN" altLang="en-US" dirty="0"/>
          </a:p>
          <a:p>
            <a:pPr lvl="2"/>
            <a:r>
              <a:rPr lang="en-US" altLang="zh-CN" dirty="0"/>
              <a:t>text</a:t>
            </a:r>
            <a:endParaRPr lang="zh-CN" altLang="en-US" dirty="0"/>
          </a:p>
          <a:p>
            <a:pPr lvl="3"/>
            <a:r>
              <a:rPr lang="en-US" altLang="zh-CN" dirty="0"/>
              <a:t>text</a:t>
            </a:r>
            <a:endParaRPr lang="zh-CN" altLang="en-US" dirty="0"/>
          </a:p>
          <a:p>
            <a:pPr lvl="4"/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12" name="任意多边形 11"/>
          <p:cNvSpPr/>
          <p:nvPr userDrawn="1"/>
        </p:nvSpPr>
        <p:spPr>
          <a:xfrm>
            <a:off x="11753850" y="32030"/>
            <a:ext cx="418092" cy="348794"/>
          </a:xfrm>
          <a:custGeom>
            <a:avLst/>
            <a:gdLst>
              <a:gd name="connsiteX0" fmla="*/ 805349 w 805349"/>
              <a:gd name="connsiteY0" fmla="*/ 0 h 974029"/>
              <a:gd name="connsiteX1" fmla="*/ 805349 w 805349"/>
              <a:gd name="connsiteY1" fmla="*/ 974029 h 974029"/>
              <a:gd name="connsiteX2" fmla="*/ 337276 w 805349"/>
              <a:gd name="connsiteY2" fmla="*/ 974029 h 974029"/>
              <a:gd name="connsiteX3" fmla="*/ 0 w 805349"/>
              <a:gd name="connsiteY3" fmla="*/ 487015 h 974029"/>
              <a:gd name="connsiteX4" fmla="*/ 337276 w 805349"/>
              <a:gd name="connsiteY4" fmla="*/ 0 h 974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5349" h="974029">
                <a:moveTo>
                  <a:pt x="805349" y="0"/>
                </a:moveTo>
                <a:lnTo>
                  <a:pt x="805349" y="974029"/>
                </a:lnTo>
                <a:lnTo>
                  <a:pt x="337276" y="974029"/>
                </a:lnTo>
                <a:lnTo>
                  <a:pt x="0" y="487015"/>
                </a:lnTo>
                <a:lnTo>
                  <a:pt x="337276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659565" y="1124579"/>
            <a:ext cx="532435" cy="34879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  <a:latin typeface="+mn-lt"/>
              </a:defRPr>
            </a:lvl1pPr>
          </a:lstStyle>
          <a:p>
            <a:fld id="{8804C388-3F01-4F71-8CAE-A2AB6BAD238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9E0E13-4768-433D-B7F4-66E905BB4E0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908262" y="32029"/>
            <a:ext cx="2731245" cy="438950"/>
          </a:xfrm>
          <a:prstGeom prst="rect">
            <a:avLst/>
          </a:prstGeom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F8F0A2D4-CDE0-4CBC-B730-FF7F29B33D6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7458" y="513084"/>
            <a:ext cx="12019291" cy="67942"/>
          </a:xfrm>
          <a:prstGeom prst="rect">
            <a:avLst/>
          </a:prstGeom>
          <a:gradFill>
            <a:gsLst>
              <a:gs pos="13000">
                <a:srgbClr val="000000">
                  <a:tint val="66000"/>
                  <a:satMod val="160000"/>
                </a:srgbClr>
              </a:gs>
              <a:gs pos="15000">
                <a:srgbClr val="000000">
                  <a:tint val="44500"/>
                  <a:satMod val="160000"/>
                  <a:lumMod val="20000"/>
                  <a:lumOff val="8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120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499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6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p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p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43043" y="1298976"/>
            <a:ext cx="8463025" cy="10532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Text</a:t>
            </a:r>
            <a:endParaRPr lang="zh-CN" altLang="en-US" dirty="0"/>
          </a:p>
          <a:p>
            <a:pPr lvl="1"/>
            <a:r>
              <a:rPr lang="en-US" altLang="zh-CN" dirty="0"/>
              <a:t>text</a:t>
            </a:r>
            <a:endParaRPr lang="zh-CN" altLang="en-US" dirty="0"/>
          </a:p>
          <a:p>
            <a:pPr lvl="2"/>
            <a:r>
              <a:rPr lang="en-US" altLang="zh-CN" dirty="0"/>
              <a:t>text</a:t>
            </a:r>
            <a:endParaRPr lang="zh-CN" altLang="en-US" dirty="0"/>
          </a:p>
          <a:p>
            <a:pPr lvl="3"/>
            <a:r>
              <a:rPr lang="en-US" altLang="zh-CN" dirty="0"/>
              <a:t>text</a:t>
            </a:r>
            <a:endParaRPr lang="zh-CN" altLang="en-US" dirty="0"/>
          </a:p>
          <a:p>
            <a:pPr lvl="4"/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659565" y="1124579"/>
            <a:ext cx="532435" cy="34879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  <a:latin typeface="+mn-lt"/>
              </a:defRPr>
            </a:lvl1pPr>
          </a:lstStyle>
          <a:p>
            <a:fld id="{8804C388-3F01-4F71-8CAE-A2AB6BAD238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F8F0A2D4-CDE0-4CBC-B730-FF7F29B33D6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7458" y="513084"/>
            <a:ext cx="12019291" cy="67942"/>
          </a:xfrm>
          <a:prstGeom prst="rect">
            <a:avLst/>
          </a:prstGeom>
          <a:gradFill>
            <a:gsLst>
              <a:gs pos="13000">
                <a:srgbClr val="000000">
                  <a:tint val="66000"/>
                  <a:satMod val="160000"/>
                </a:srgbClr>
              </a:gs>
              <a:gs pos="15000">
                <a:srgbClr val="000000">
                  <a:tint val="44500"/>
                  <a:satMod val="160000"/>
                  <a:lumMod val="20000"/>
                  <a:lumOff val="8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120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0001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p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p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Text</a:t>
            </a:r>
            <a:endParaRPr lang="zh-CN" altLang="en-US" dirty="0"/>
          </a:p>
          <a:p>
            <a:pPr lvl="1"/>
            <a:r>
              <a:rPr lang="en-US" altLang="zh-CN" dirty="0"/>
              <a:t>text</a:t>
            </a:r>
            <a:endParaRPr lang="zh-CN" altLang="en-US" dirty="0"/>
          </a:p>
          <a:p>
            <a:pPr lvl="2"/>
            <a:r>
              <a:rPr lang="en-US" altLang="zh-CN" dirty="0"/>
              <a:t>text</a:t>
            </a:r>
            <a:endParaRPr lang="zh-CN" altLang="en-US" dirty="0"/>
          </a:p>
          <a:p>
            <a:pPr lvl="3"/>
            <a:r>
              <a:rPr lang="en-US" altLang="zh-CN" dirty="0"/>
              <a:t>text</a:t>
            </a:r>
            <a:endParaRPr lang="zh-CN" altLang="en-US" dirty="0"/>
          </a:p>
          <a:p>
            <a:pPr lvl="4"/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12" name="任意多边形 11"/>
          <p:cNvSpPr/>
          <p:nvPr userDrawn="1"/>
        </p:nvSpPr>
        <p:spPr>
          <a:xfrm>
            <a:off x="11612189" y="46744"/>
            <a:ext cx="579812" cy="348795"/>
          </a:xfrm>
          <a:custGeom>
            <a:avLst/>
            <a:gdLst>
              <a:gd name="connsiteX0" fmla="*/ 805349 w 805349"/>
              <a:gd name="connsiteY0" fmla="*/ 0 h 974029"/>
              <a:gd name="connsiteX1" fmla="*/ 805349 w 805349"/>
              <a:gd name="connsiteY1" fmla="*/ 974029 h 974029"/>
              <a:gd name="connsiteX2" fmla="*/ 337276 w 805349"/>
              <a:gd name="connsiteY2" fmla="*/ 974029 h 974029"/>
              <a:gd name="connsiteX3" fmla="*/ 0 w 805349"/>
              <a:gd name="connsiteY3" fmla="*/ 487015 h 974029"/>
              <a:gd name="connsiteX4" fmla="*/ 337276 w 805349"/>
              <a:gd name="connsiteY4" fmla="*/ 0 h 974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5349" h="974029">
                <a:moveTo>
                  <a:pt x="805349" y="0"/>
                </a:moveTo>
                <a:lnTo>
                  <a:pt x="805349" y="974029"/>
                </a:lnTo>
                <a:lnTo>
                  <a:pt x="337276" y="974029"/>
                </a:lnTo>
                <a:lnTo>
                  <a:pt x="0" y="487015"/>
                </a:lnTo>
                <a:lnTo>
                  <a:pt x="3372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659566" y="66489"/>
            <a:ext cx="532434" cy="34879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  <a:latin typeface="+mn-lt"/>
              </a:defRPr>
            </a:lvl1pPr>
          </a:lstStyle>
          <a:p>
            <a:fld id="{8804C388-3F01-4F71-8CAE-A2AB6BAD238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0368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p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p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62021" y="-2"/>
            <a:ext cx="8463025" cy="771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Text</a:t>
            </a:r>
            <a:endParaRPr lang="zh-CN" altLang="en-US" dirty="0"/>
          </a:p>
          <a:p>
            <a:pPr lvl="1"/>
            <a:r>
              <a:rPr lang="en-US" altLang="zh-CN" dirty="0"/>
              <a:t>text</a:t>
            </a:r>
            <a:endParaRPr lang="zh-CN" altLang="en-US" dirty="0"/>
          </a:p>
          <a:p>
            <a:pPr lvl="2"/>
            <a:r>
              <a:rPr lang="en-US" altLang="zh-CN" dirty="0"/>
              <a:t>text</a:t>
            </a:r>
            <a:endParaRPr lang="zh-CN" altLang="en-US" dirty="0"/>
          </a:p>
          <a:p>
            <a:pPr lvl="3"/>
            <a:r>
              <a:rPr lang="en-US" altLang="zh-CN" dirty="0"/>
              <a:t>text</a:t>
            </a:r>
            <a:endParaRPr lang="zh-CN" altLang="en-US" dirty="0"/>
          </a:p>
          <a:p>
            <a:pPr lvl="4"/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12" name="任意多边形 11"/>
          <p:cNvSpPr/>
          <p:nvPr userDrawn="1"/>
        </p:nvSpPr>
        <p:spPr>
          <a:xfrm>
            <a:off x="11612187" y="46740"/>
            <a:ext cx="579813" cy="579815"/>
          </a:xfrm>
          <a:custGeom>
            <a:avLst/>
            <a:gdLst>
              <a:gd name="connsiteX0" fmla="*/ 805349 w 805349"/>
              <a:gd name="connsiteY0" fmla="*/ 0 h 974029"/>
              <a:gd name="connsiteX1" fmla="*/ 805349 w 805349"/>
              <a:gd name="connsiteY1" fmla="*/ 974029 h 974029"/>
              <a:gd name="connsiteX2" fmla="*/ 337276 w 805349"/>
              <a:gd name="connsiteY2" fmla="*/ 974029 h 974029"/>
              <a:gd name="connsiteX3" fmla="*/ 0 w 805349"/>
              <a:gd name="connsiteY3" fmla="*/ 487015 h 974029"/>
              <a:gd name="connsiteX4" fmla="*/ 337276 w 805349"/>
              <a:gd name="connsiteY4" fmla="*/ 0 h 974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5349" h="974029">
                <a:moveTo>
                  <a:pt x="805349" y="0"/>
                </a:moveTo>
                <a:lnTo>
                  <a:pt x="805349" y="974029"/>
                </a:lnTo>
                <a:lnTo>
                  <a:pt x="337276" y="974029"/>
                </a:lnTo>
                <a:lnTo>
                  <a:pt x="0" y="487015"/>
                </a:lnTo>
                <a:lnTo>
                  <a:pt x="3372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659566" y="138499"/>
            <a:ext cx="532434" cy="34879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  <a:latin typeface="+mn-lt"/>
              </a:defRPr>
            </a:lvl1pPr>
          </a:lstStyle>
          <a:p>
            <a:fld id="{8804C388-3F01-4F71-8CAE-A2AB6BAD238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6162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p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p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10633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AC2010-1349-4B6C-BE5D-F2B6E47F98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647"/>
          <a:stretch/>
        </p:blipFill>
        <p:spPr>
          <a:xfrm>
            <a:off x="0" y="-2032"/>
            <a:ext cx="12192000" cy="84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44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lang="en-US" sz="2925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j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j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j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j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j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Text</a:t>
            </a:r>
            <a:endParaRPr lang="zh-CN" altLang="en-US" dirty="0"/>
          </a:p>
          <a:p>
            <a:pPr lvl="1"/>
            <a:r>
              <a:rPr lang="en-US" altLang="zh-CN" dirty="0"/>
              <a:t>text</a:t>
            </a:r>
            <a:endParaRPr lang="zh-CN" altLang="en-US" dirty="0"/>
          </a:p>
          <a:p>
            <a:pPr lvl="2"/>
            <a:r>
              <a:rPr lang="en-US" altLang="zh-CN" dirty="0"/>
              <a:t>text</a:t>
            </a:r>
            <a:endParaRPr lang="zh-CN" altLang="en-US" dirty="0"/>
          </a:p>
          <a:p>
            <a:pPr lvl="3"/>
            <a:r>
              <a:rPr lang="en-US" altLang="zh-CN" dirty="0"/>
              <a:t>text</a:t>
            </a:r>
            <a:endParaRPr lang="zh-CN" altLang="en-US" dirty="0"/>
          </a:p>
          <a:p>
            <a:pPr lvl="4"/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12" name="任意多边形 11"/>
          <p:cNvSpPr/>
          <p:nvPr userDrawn="1"/>
        </p:nvSpPr>
        <p:spPr>
          <a:xfrm>
            <a:off x="11612189" y="46744"/>
            <a:ext cx="579812" cy="348795"/>
          </a:xfrm>
          <a:custGeom>
            <a:avLst/>
            <a:gdLst>
              <a:gd name="connsiteX0" fmla="*/ 805349 w 805349"/>
              <a:gd name="connsiteY0" fmla="*/ 0 h 974029"/>
              <a:gd name="connsiteX1" fmla="*/ 805349 w 805349"/>
              <a:gd name="connsiteY1" fmla="*/ 974029 h 974029"/>
              <a:gd name="connsiteX2" fmla="*/ 337276 w 805349"/>
              <a:gd name="connsiteY2" fmla="*/ 974029 h 974029"/>
              <a:gd name="connsiteX3" fmla="*/ 0 w 805349"/>
              <a:gd name="connsiteY3" fmla="*/ 487015 h 974029"/>
              <a:gd name="connsiteX4" fmla="*/ 337276 w 805349"/>
              <a:gd name="connsiteY4" fmla="*/ 0 h 974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5349" h="974029">
                <a:moveTo>
                  <a:pt x="805349" y="0"/>
                </a:moveTo>
                <a:lnTo>
                  <a:pt x="805349" y="974029"/>
                </a:lnTo>
                <a:lnTo>
                  <a:pt x="337276" y="974029"/>
                </a:lnTo>
                <a:lnTo>
                  <a:pt x="0" y="487015"/>
                </a:lnTo>
                <a:lnTo>
                  <a:pt x="3372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659566" y="66489"/>
            <a:ext cx="532434" cy="34879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  <a:latin typeface="+mn-lt"/>
              </a:defRPr>
            </a:lvl1pPr>
          </a:lstStyle>
          <a:p>
            <a:fld id="{8804C388-3F01-4F71-8CAE-A2AB6BAD238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7750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1" r:id="rId1"/>
    <p:sldLayoutId id="2147483982" r:id="rId2"/>
    <p:sldLayoutId id="2147483983" r:id="rId3"/>
    <p:sldLayoutId id="2147483984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p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p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5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DECECDDE-3C46-4C5A-A560-79AF808908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04" t="25169" r="10024" b="20274"/>
          <a:stretch/>
        </p:blipFill>
        <p:spPr bwMode="auto">
          <a:xfrm>
            <a:off x="10542851" y="136525"/>
            <a:ext cx="1621897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任意多边形 11">
            <a:extLst>
              <a:ext uri="{FF2B5EF4-FFF2-40B4-BE49-F238E27FC236}">
                <a16:creationId xmlns:a16="http://schemas.microsoft.com/office/drawing/2014/main" id="{C2A48146-A89C-4C02-A811-EA4781F210D6}"/>
              </a:ext>
            </a:extLst>
          </p:cNvPr>
          <p:cNvSpPr/>
          <p:nvPr userDrawn="1"/>
        </p:nvSpPr>
        <p:spPr>
          <a:xfrm>
            <a:off x="11722228" y="6278185"/>
            <a:ext cx="471098" cy="579815"/>
          </a:xfrm>
          <a:custGeom>
            <a:avLst/>
            <a:gdLst>
              <a:gd name="connsiteX0" fmla="*/ 805349 w 805349"/>
              <a:gd name="connsiteY0" fmla="*/ 0 h 974029"/>
              <a:gd name="connsiteX1" fmla="*/ 805349 w 805349"/>
              <a:gd name="connsiteY1" fmla="*/ 974029 h 974029"/>
              <a:gd name="connsiteX2" fmla="*/ 337276 w 805349"/>
              <a:gd name="connsiteY2" fmla="*/ 974029 h 974029"/>
              <a:gd name="connsiteX3" fmla="*/ 0 w 805349"/>
              <a:gd name="connsiteY3" fmla="*/ 487015 h 974029"/>
              <a:gd name="connsiteX4" fmla="*/ 337276 w 805349"/>
              <a:gd name="connsiteY4" fmla="*/ 0 h 974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5349" h="974029">
                <a:moveTo>
                  <a:pt x="805349" y="0"/>
                </a:moveTo>
                <a:lnTo>
                  <a:pt x="805349" y="974029"/>
                </a:lnTo>
                <a:lnTo>
                  <a:pt x="337276" y="974029"/>
                </a:lnTo>
                <a:lnTo>
                  <a:pt x="0" y="487015"/>
                </a:lnTo>
                <a:lnTo>
                  <a:pt x="337276" y="0"/>
                </a:lnTo>
                <a:close/>
              </a:path>
            </a:pathLst>
          </a:custGeom>
          <a:solidFill>
            <a:srgbClr val="9E021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 Light"/>
              <a:cs typeface="+mn-cs"/>
            </a:endParaRPr>
          </a:p>
        </p:txBody>
      </p:sp>
      <p:sp>
        <p:nvSpPr>
          <p:cNvPr id="11" name="灯片编号占位符 5">
            <a:extLst>
              <a:ext uri="{FF2B5EF4-FFF2-40B4-BE49-F238E27FC236}">
                <a16:creationId xmlns:a16="http://schemas.microsoft.com/office/drawing/2014/main" id="{542865FF-708C-4399-91C3-3369887CB279}"/>
              </a:ext>
            </a:extLst>
          </p:cNvPr>
          <p:cNvSpPr txBox="1">
            <a:spLocks/>
          </p:cNvSpPr>
          <p:nvPr userDrawn="1"/>
        </p:nvSpPr>
        <p:spPr>
          <a:xfrm>
            <a:off x="11760723" y="6369945"/>
            <a:ext cx="432603" cy="34879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04C388-3F01-4F71-8CAE-A2AB6BAD2387}" type="slidenum">
              <a:rPr lang="zh-CN" altLang="en-US" smtClean="0">
                <a:solidFill>
                  <a:srgbClr val="FFFFFF"/>
                </a:solidFill>
                <a:latin typeface="Arial"/>
                <a:ea typeface="微软雅黑 Light"/>
              </a:rPr>
              <a:pPr/>
              <a:t>‹#›</a:t>
            </a:fld>
            <a:endParaRPr lang="zh-CN" altLang="en-US" dirty="0">
              <a:solidFill>
                <a:srgbClr val="FFFFFF"/>
              </a:solidFill>
              <a:latin typeface="Arial"/>
              <a:ea typeface="微软雅黑 Light"/>
            </a:endParaRPr>
          </a:p>
        </p:txBody>
      </p:sp>
      <p:sp>
        <p:nvSpPr>
          <p:cNvPr id="15" name="Title Placeholder 14">
            <a:extLst>
              <a:ext uri="{FF2B5EF4-FFF2-40B4-BE49-F238E27FC236}">
                <a16:creationId xmlns:a16="http://schemas.microsoft.com/office/drawing/2014/main" id="{CA5DAB31-E871-4319-B36E-B060D1BDB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04651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A2AE457-423F-4C51-AD7C-E6F778D7A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76375"/>
            <a:ext cx="10515600" cy="4893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30FD138-EAC3-46B7-8C3B-CE3A4007B4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92875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0916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  <p:sldLayoutId id="2147484030" r:id="rId2"/>
    <p:sldLayoutId id="2147484031" r:id="rId3"/>
    <p:sldLayoutId id="2147484032" r:id="rId4"/>
    <p:sldLayoutId id="2147484033" r:id="rId5"/>
    <p:sldLayoutId id="2147484034" r:id="rId6"/>
    <p:sldLayoutId id="2147484035" r:id="rId7"/>
    <p:sldLayoutId id="2147484036" r:id="rId8"/>
    <p:sldLayoutId id="2147484037" r:id="rId9"/>
    <p:sldLayoutId id="2147484040" r:id="rId10"/>
    <p:sldLayoutId id="21474840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002060"/>
          </a:solidFill>
          <a:latin typeface="Gill Sans MT" panose="020B05020201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photo of a building&#10;&#10;Description generated with very high confidence">
            <a:extLst>
              <a:ext uri="{FF2B5EF4-FFF2-40B4-BE49-F238E27FC236}">
                <a16:creationId xmlns:a16="http://schemas.microsoft.com/office/drawing/2014/main" id="{F72ED967-CC09-4DAA-B3D5-E715CECF7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6479F9-CEDB-4D29-BCE7-6E1294A8146F}"/>
              </a:ext>
            </a:extLst>
          </p:cNvPr>
          <p:cNvSpPr txBox="1"/>
          <p:nvPr/>
        </p:nvSpPr>
        <p:spPr>
          <a:xfrm>
            <a:off x="132521" y="2850586"/>
            <a:ext cx="5860316" cy="11350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0000101010101" pitchFamily="34" charset="-127"/>
              </a:rPr>
              <a:t>SOS IM6 Test line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0000101010101" pitchFamily="34" charset="-127"/>
              </a:rPr>
              <a:t> Facility </a:t>
            </a: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0000101010101" pitchFamily="34" charset="-127"/>
              </a:rPr>
              <a:t>Date: 24-Dec-2025</a:t>
            </a:r>
            <a:endParaRPr lang="en-IN" sz="1400" b="1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GothicNeo" panose="020B05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5448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DF1F3-93F3-2A5E-4E0B-BFB0C487C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33F53-AA89-A97B-0DE7-CCE0FA506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line for LS6: SOS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4C3E8-8A10-F7F6-7EA3-7A733F8F99B6}"/>
              </a:ext>
            </a:extLst>
          </p:cNvPr>
          <p:cNvSpPr txBox="1"/>
          <p:nvPr/>
        </p:nvSpPr>
        <p:spPr>
          <a:xfrm>
            <a:off x="288472" y="4550794"/>
            <a:ext cx="67845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Tester line NCA HLA parameter addition and teaching</a:t>
            </a:r>
          </a:p>
          <a:p>
            <a:pPr marL="342900" indent="-342900">
              <a:buAutoNum type="arabicPeriod"/>
            </a:pPr>
            <a:r>
              <a:rPr lang="en-US" dirty="0"/>
              <a:t>Tester line 1 ACC Booth Modification For front and rear radar</a:t>
            </a:r>
          </a:p>
          <a:p>
            <a:pPr marL="342900" indent="-342900">
              <a:buAutoNum type="arabicPeriod"/>
            </a:pPr>
            <a:r>
              <a:rPr lang="en-US" dirty="0"/>
              <a:t>Care 2 Line booth modification for AVM and LDW</a:t>
            </a:r>
          </a:p>
          <a:p>
            <a:pPr marL="342900" indent="-342900">
              <a:buAutoNum type="arabicPeriod"/>
            </a:pPr>
            <a:r>
              <a:rPr lang="en-US" dirty="0"/>
              <a:t>Tester line 1 DVT parameter addition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5FCBC8-60A6-8237-5409-4E210051B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72" y="1030677"/>
            <a:ext cx="11615056" cy="334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38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33B66-A93F-106B-76E0-85A41D333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line for LS6: NCA/HLA &amp; DVT</a:t>
            </a:r>
            <a:endParaRPr lang="en-IN" dirty="0">
              <a:solidFill>
                <a:srgbClr val="00B05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585AFD5-77C6-6B82-6215-05966B0C9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329826"/>
              </p:ext>
            </p:extLst>
          </p:nvPr>
        </p:nvGraphicFramePr>
        <p:xfrm>
          <a:off x="131618" y="1577337"/>
          <a:ext cx="6152804" cy="2837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906">
                  <a:extLst>
                    <a:ext uri="{9D8B030D-6E8A-4147-A177-3AD203B41FA5}">
                      <a16:colId xmlns:a16="http://schemas.microsoft.com/office/drawing/2014/main" val="2902954747"/>
                    </a:ext>
                  </a:extLst>
                </a:gridCol>
                <a:gridCol w="2343496">
                  <a:extLst>
                    <a:ext uri="{9D8B030D-6E8A-4147-A177-3AD203B41FA5}">
                      <a16:colId xmlns:a16="http://schemas.microsoft.com/office/drawing/2014/main" val="1040103028"/>
                    </a:ext>
                  </a:extLst>
                </a:gridCol>
                <a:gridCol w="1713115">
                  <a:extLst>
                    <a:ext uri="{9D8B030D-6E8A-4147-A177-3AD203B41FA5}">
                      <a16:colId xmlns:a16="http://schemas.microsoft.com/office/drawing/2014/main" val="1101246360"/>
                    </a:ext>
                  </a:extLst>
                </a:gridCol>
                <a:gridCol w="1363287">
                  <a:extLst>
                    <a:ext uri="{9D8B030D-6E8A-4147-A177-3AD203B41FA5}">
                      <a16:colId xmlns:a16="http://schemas.microsoft.com/office/drawing/2014/main" val="1437524685"/>
                    </a:ext>
                  </a:extLst>
                </a:gridCol>
              </a:tblGrid>
              <a:tr h="784743">
                <a:tc>
                  <a:txBody>
                    <a:bodyPr/>
                    <a:lstStyle/>
                    <a:p>
                      <a:r>
                        <a:rPr lang="en-US" dirty="0"/>
                        <a:t>Sr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1911"/>
                  </a:ext>
                </a:extLst>
              </a:tr>
              <a:tr h="78474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Track width </a:t>
                      </a:r>
                    </a:p>
                    <a:p>
                      <a:r>
                        <a:rPr lang="en-US" dirty="0"/>
                        <a:t>             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 1698</a:t>
                      </a:r>
                    </a:p>
                    <a:p>
                      <a:r>
                        <a:rPr lang="en-US" dirty="0"/>
                        <a:t>R 1707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2000</a:t>
                      </a:r>
                      <a:endParaRPr lang="en-IN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877738"/>
                  </a:ext>
                </a:extLst>
              </a:tr>
              <a:tr h="633935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Width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2400</a:t>
                      </a:r>
                      <a:endParaRPr lang="en-IN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852419"/>
                  </a:ext>
                </a:extLst>
              </a:tr>
              <a:tr h="633935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Wheelbase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3200</a:t>
                      </a:r>
                      <a:endParaRPr lang="en-IN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45202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340B9E9-A305-4B78-4505-7F03BC5FE5AE}"/>
              </a:ext>
            </a:extLst>
          </p:cNvPr>
          <p:cNvSpPr txBox="1"/>
          <p:nvPr/>
        </p:nvSpPr>
        <p:spPr>
          <a:xfrm>
            <a:off x="58190" y="4818998"/>
            <a:ext cx="69411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SOS:</a:t>
            </a:r>
          </a:p>
          <a:p>
            <a:pPr marL="342900" indent="-342900">
              <a:buAutoNum type="arabicParenR"/>
            </a:pPr>
            <a:r>
              <a:rPr lang="en-US" dirty="0"/>
              <a:t>NCA/HLA parameters addition</a:t>
            </a:r>
          </a:p>
          <a:p>
            <a:pPr marL="342900" indent="-342900">
              <a:buAutoNum type="arabicParenR"/>
            </a:pPr>
            <a:r>
              <a:rPr lang="en-US" dirty="0"/>
              <a:t>NCA and head lamp teaching</a:t>
            </a:r>
          </a:p>
          <a:p>
            <a:pPr marL="342900" indent="-342900">
              <a:buAutoNum type="arabicParenR"/>
            </a:pPr>
            <a:r>
              <a:rPr lang="en-US" dirty="0"/>
              <a:t>DVT software changes for TPMS, Dynamic brake, VCU etc.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68A25-142F-B26B-9E59-181643C42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640" y="1577337"/>
            <a:ext cx="5252943" cy="283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31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ECB24-EDCE-9DB6-8C1B-B70AA21E6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28031-2858-166B-A741-753ED729B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line for LS6: Front and rear Radar calibration</a:t>
            </a:r>
            <a:endParaRPr lang="en-IN" dirty="0">
              <a:solidFill>
                <a:srgbClr val="00B05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17E8140-7554-270E-24E0-7C69252A73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142625"/>
              </p:ext>
            </p:extLst>
          </p:nvPr>
        </p:nvGraphicFramePr>
        <p:xfrm>
          <a:off x="131617" y="856159"/>
          <a:ext cx="6325985" cy="1797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489">
                  <a:extLst>
                    <a:ext uri="{9D8B030D-6E8A-4147-A177-3AD203B41FA5}">
                      <a16:colId xmlns:a16="http://schemas.microsoft.com/office/drawing/2014/main" val="2902954747"/>
                    </a:ext>
                  </a:extLst>
                </a:gridCol>
                <a:gridCol w="2607536">
                  <a:extLst>
                    <a:ext uri="{9D8B030D-6E8A-4147-A177-3AD203B41FA5}">
                      <a16:colId xmlns:a16="http://schemas.microsoft.com/office/drawing/2014/main" val="1040103028"/>
                    </a:ext>
                  </a:extLst>
                </a:gridCol>
                <a:gridCol w="1743641">
                  <a:extLst>
                    <a:ext uri="{9D8B030D-6E8A-4147-A177-3AD203B41FA5}">
                      <a16:colId xmlns:a16="http://schemas.microsoft.com/office/drawing/2014/main" val="1101246360"/>
                    </a:ext>
                  </a:extLst>
                </a:gridCol>
                <a:gridCol w="1458319">
                  <a:extLst>
                    <a:ext uri="{9D8B030D-6E8A-4147-A177-3AD203B41FA5}">
                      <a16:colId xmlns:a16="http://schemas.microsoft.com/office/drawing/2014/main" val="1437524685"/>
                    </a:ext>
                  </a:extLst>
                </a:gridCol>
              </a:tblGrid>
              <a:tr h="517072">
                <a:tc>
                  <a:txBody>
                    <a:bodyPr/>
                    <a:lstStyle/>
                    <a:p>
                      <a:r>
                        <a:rPr lang="en-US" dirty="0"/>
                        <a:t>SN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For IM6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Available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1911"/>
                  </a:ext>
                </a:extLst>
              </a:tr>
              <a:tr h="51707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Rear end space required for gantry       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4000</a:t>
                      </a:r>
                      <a:endParaRPr lang="en-IN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877738"/>
                  </a:ext>
                </a:extLst>
              </a:tr>
              <a:tr h="517072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 target plate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350*350 to 700*700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760*660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8524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A9309BF-4424-81BD-15D2-B90FF3709B0A}"/>
              </a:ext>
            </a:extLst>
          </p:cNvPr>
          <p:cNvSpPr txBox="1"/>
          <p:nvPr/>
        </p:nvSpPr>
        <p:spPr>
          <a:xfrm>
            <a:off x="131617" y="3310326"/>
            <a:ext cx="723207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GA1 shop ACC station will be modified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for front and rear radar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Rear gantry with 2 target plates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Replacement of current ACC target plate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Machine software modification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Panel hardware addition and wiring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Prove out of present models with new ACC plate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B0EFE4-2DB6-4467-890A-2901FD799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661" y="881694"/>
            <a:ext cx="2881702" cy="21530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C852C7-8CF3-F315-6F5E-859AD2F9C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9363" y="881694"/>
            <a:ext cx="2812637" cy="21530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CB34DA-80DB-AB6E-CC8B-5D809ACB1A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177" y="3628463"/>
            <a:ext cx="3476625" cy="2514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43C9CD-FC10-0F17-FA23-84C3802932CA}"/>
              </a:ext>
            </a:extLst>
          </p:cNvPr>
          <p:cNvSpPr txBox="1"/>
          <p:nvPr/>
        </p:nvSpPr>
        <p:spPr>
          <a:xfrm>
            <a:off x="8628177" y="617822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China booth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7497CE-4B41-BED5-928C-651B9A8EAA92}"/>
              </a:ext>
            </a:extLst>
          </p:cNvPr>
          <p:cNvSpPr txBox="1"/>
          <p:nvPr/>
        </p:nvSpPr>
        <p:spPr>
          <a:xfrm>
            <a:off x="8845963" y="318716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MGI booth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A25E93-1035-610C-4DC6-57F73998DB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1552" y="3540537"/>
            <a:ext cx="3476625" cy="2955897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1F7D26D-141D-A659-8087-BC530E112157}"/>
              </a:ext>
            </a:extLst>
          </p:cNvPr>
          <p:cNvSpPr/>
          <p:nvPr/>
        </p:nvSpPr>
        <p:spPr>
          <a:xfrm>
            <a:off x="7834964" y="4456497"/>
            <a:ext cx="211756" cy="18288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BF9659D-65AF-773D-8997-004258D47BC5}"/>
              </a:ext>
            </a:extLst>
          </p:cNvPr>
          <p:cNvSpPr/>
          <p:nvPr/>
        </p:nvSpPr>
        <p:spPr>
          <a:xfrm>
            <a:off x="7832634" y="5293585"/>
            <a:ext cx="211756" cy="18288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95C0634-CF27-DC88-5443-87303BCC70FF}"/>
              </a:ext>
            </a:extLst>
          </p:cNvPr>
          <p:cNvSpPr/>
          <p:nvPr/>
        </p:nvSpPr>
        <p:spPr>
          <a:xfrm>
            <a:off x="5588087" y="4852737"/>
            <a:ext cx="211756" cy="18288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839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3C7679-FFC1-15D1-67DC-743CDB929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411" y="835554"/>
            <a:ext cx="7083395" cy="602244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D1A4625-DD27-35E2-3A3D-983F21831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18" y="181550"/>
            <a:ext cx="10515600" cy="424584"/>
          </a:xfrm>
        </p:spPr>
        <p:txBody>
          <a:bodyPr>
            <a:normAutofit/>
          </a:bodyPr>
          <a:lstStyle/>
          <a:p>
            <a:r>
              <a:rPr lang="en-US" dirty="0"/>
              <a:t>Test line for LS6: Front and rear Radar calibration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28710EA-1CFA-F505-D547-A56467F9B4C4}"/>
              </a:ext>
            </a:extLst>
          </p:cNvPr>
          <p:cNvSpPr/>
          <p:nvPr/>
        </p:nvSpPr>
        <p:spPr>
          <a:xfrm>
            <a:off x="7640864" y="4497403"/>
            <a:ext cx="274942" cy="19009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339DA89-A8E9-3A35-F463-A4C2477CD139}"/>
              </a:ext>
            </a:extLst>
          </p:cNvPr>
          <p:cNvSpPr/>
          <p:nvPr/>
        </p:nvSpPr>
        <p:spPr>
          <a:xfrm>
            <a:off x="7640864" y="2792128"/>
            <a:ext cx="274942" cy="19009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2E9B86E-C3F3-B5DD-D97F-B1B8F952B6F8}"/>
              </a:ext>
            </a:extLst>
          </p:cNvPr>
          <p:cNvSpPr/>
          <p:nvPr/>
        </p:nvSpPr>
        <p:spPr>
          <a:xfrm>
            <a:off x="3096136" y="3656678"/>
            <a:ext cx="274942" cy="19009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D6CBB27-DF25-CE7D-8782-0474DFDA73BC}"/>
              </a:ext>
            </a:extLst>
          </p:cNvPr>
          <p:cNvCxnSpPr>
            <a:cxnSpLocks/>
          </p:cNvCxnSpPr>
          <p:nvPr/>
        </p:nvCxnSpPr>
        <p:spPr>
          <a:xfrm flipH="1" flipV="1">
            <a:off x="7980218" y="2913004"/>
            <a:ext cx="2504509" cy="74367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D25951-1ED1-CCF7-79C3-CA3DB2593CC8}"/>
              </a:ext>
            </a:extLst>
          </p:cNvPr>
          <p:cNvCxnSpPr>
            <a:cxnSpLocks/>
          </p:cNvCxnSpPr>
          <p:nvPr/>
        </p:nvCxnSpPr>
        <p:spPr>
          <a:xfrm flipH="1">
            <a:off x="7980218" y="3656678"/>
            <a:ext cx="2504509" cy="93577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126EE5B-EC53-F86B-EB37-90AB4469CA92}"/>
              </a:ext>
            </a:extLst>
          </p:cNvPr>
          <p:cNvSpPr txBox="1"/>
          <p:nvPr/>
        </p:nvSpPr>
        <p:spPr>
          <a:xfrm>
            <a:off x="9992555" y="3846777"/>
            <a:ext cx="215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Rear Radar for BSD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586BF6-A677-FE19-3EE8-5A33DBA8FD5C}"/>
              </a:ext>
            </a:extLst>
          </p:cNvPr>
          <p:cNvSpPr txBox="1"/>
          <p:nvPr/>
        </p:nvSpPr>
        <p:spPr>
          <a:xfrm>
            <a:off x="294373" y="1857123"/>
            <a:ext cx="215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Front Radar for ACC</a:t>
            </a:r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3C9CC0C-317C-C089-7A90-7164BED9C439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372621" y="2226455"/>
            <a:ext cx="1723515" cy="143984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874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53F69-48A3-9D5D-11AE-3BA3BF352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9FB05-3118-57A4-17E6-7A4C9CE64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line for LS6: Camera calibration </a:t>
            </a:r>
            <a:endParaRPr lang="en-IN" dirty="0">
              <a:solidFill>
                <a:srgbClr val="00B05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D58EE7-492A-8EFF-0C14-0985B1EDC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266385"/>
              </p:ext>
            </p:extLst>
          </p:nvPr>
        </p:nvGraphicFramePr>
        <p:xfrm>
          <a:off x="131617" y="962353"/>
          <a:ext cx="6086303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985">
                  <a:extLst>
                    <a:ext uri="{9D8B030D-6E8A-4147-A177-3AD203B41FA5}">
                      <a16:colId xmlns:a16="http://schemas.microsoft.com/office/drawing/2014/main" val="2902954747"/>
                    </a:ext>
                  </a:extLst>
                </a:gridCol>
                <a:gridCol w="1158995">
                  <a:extLst>
                    <a:ext uri="{9D8B030D-6E8A-4147-A177-3AD203B41FA5}">
                      <a16:colId xmlns:a16="http://schemas.microsoft.com/office/drawing/2014/main" val="1040103028"/>
                    </a:ext>
                  </a:extLst>
                </a:gridCol>
                <a:gridCol w="1284390">
                  <a:extLst>
                    <a:ext uri="{9D8B030D-6E8A-4147-A177-3AD203B41FA5}">
                      <a16:colId xmlns:a16="http://schemas.microsoft.com/office/drawing/2014/main" val="1101246360"/>
                    </a:ext>
                  </a:extLst>
                </a:gridCol>
                <a:gridCol w="2917933">
                  <a:extLst>
                    <a:ext uri="{9D8B030D-6E8A-4147-A177-3AD203B41FA5}">
                      <a16:colId xmlns:a16="http://schemas.microsoft.com/office/drawing/2014/main" val="1437524685"/>
                    </a:ext>
                  </a:extLst>
                </a:gridCol>
              </a:tblGrid>
              <a:tr h="517072">
                <a:tc>
                  <a:txBody>
                    <a:bodyPr/>
                    <a:lstStyle/>
                    <a:p>
                      <a:r>
                        <a:rPr lang="en-US" dirty="0"/>
                        <a:t>Sr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For IM6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Available at care 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1911"/>
                  </a:ext>
                </a:extLst>
              </a:tr>
              <a:tr h="51707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Booth length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25 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27 meter</a:t>
                      </a:r>
                      <a:endParaRPr lang="en-IN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877738"/>
                  </a:ext>
                </a:extLst>
              </a:tr>
              <a:tr h="517072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Booth width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 meter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5.5 meter/10 meters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852419"/>
                  </a:ext>
                </a:extLst>
              </a:tr>
              <a:tr h="517072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Booth Height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 meter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3/10 meter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1884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E701A67-0C3F-BE93-3739-3A889F82B02F}"/>
              </a:ext>
            </a:extLst>
          </p:cNvPr>
          <p:cNvSpPr txBox="1"/>
          <p:nvPr/>
        </p:nvSpPr>
        <p:spPr>
          <a:xfrm>
            <a:off x="131616" y="3777558"/>
            <a:ext cx="65684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 care 2 booth width and height is NOK Need to vacate booth for AVM/LDW</a:t>
            </a:r>
          </a:p>
          <a:p>
            <a:endParaRPr lang="en-US" dirty="0"/>
          </a:p>
          <a:p>
            <a:r>
              <a:rPr lang="en-US" dirty="0"/>
              <a:t>SOS: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Tester 2 ACC booth centering unit booth relocation to care 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AVM target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panel with PC and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30 No of 32” screen and mounting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Booth accessories for vehicle testing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48BBE0-B4BD-1EB6-B5A3-D4FBD4B40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911" y="957620"/>
            <a:ext cx="4661089" cy="26999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F437D4-9274-A507-7EE9-FA2C4ED12145}"/>
              </a:ext>
            </a:extLst>
          </p:cNvPr>
          <p:cNvSpPr txBox="1"/>
          <p:nvPr/>
        </p:nvSpPr>
        <p:spPr>
          <a:xfrm>
            <a:off x="8562109" y="3657600"/>
            <a:ext cx="3307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MGI CARE 2 Booth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59BB58-9310-CB22-7FB3-7024683AA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551" y="3200400"/>
            <a:ext cx="4507808" cy="32790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EEAB69F-8B58-2302-4078-51EAC393356D}"/>
              </a:ext>
            </a:extLst>
          </p:cNvPr>
          <p:cNvSpPr txBox="1"/>
          <p:nvPr/>
        </p:nvSpPr>
        <p:spPr>
          <a:xfrm>
            <a:off x="8340436" y="6429824"/>
            <a:ext cx="2432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China AVM/LDW booth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9277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53CF2-1D2D-8845-F695-ECB11084B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19FF97-EA1F-5ED1-7BE0-5BCBAAD68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50" y="945826"/>
            <a:ext cx="8913779" cy="548117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EF20D2E-3D09-0496-72AD-633664692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07" y="206136"/>
            <a:ext cx="10515600" cy="424584"/>
          </a:xfrm>
        </p:spPr>
        <p:txBody>
          <a:bodyPr>
            <a:normAutofit/>
          </a:bodyPr>
          <a:lstStyle/>
          <a:p>
            <a:r>
              <a:rPr lang="en-US" dirty="0"/>
              <a:t>Test line for LS6: Camera calibration 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372318A-5102-E808-35DA-A727319E7A0B}"/>
              </a:ext>
            </a:extLst>
          </p:cNvPr>
          <p:cNvSpPr/>
          <p:nvPr/>
        </p:nvSpPr>
        <p:spPr>
          <a:xfrm>
            <a:off x="3609483" y="3428999"/>
            <a:ext cx="274942" cy="190099"/>
          </a:xfrm>
          <a:prstGeom prst="ellipse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4C07EB-9ED4-9009-409F-C06D7B7D37A0}"/>
              </a:ext>
            </a:extLst>
          </p:cNvPr>
          <p:cNvSpPr/>
          <p:nvPr/>
        </p:nvSpPr>
        <p:spPr>
          <a:xfrm>
            <a:off x="1452054" y="3448249"/>
            <a:ext cx="274942" cy="190099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E0002ED-0926-8A41-3B82-2992AB999CA3}"/>
              </a:ext>
            </a:extLst>
          </p:cNvPr>
          <p:cNvSpPr/>
          <p:nvPr/>
        </p:nvSpPr>
        <p:spPr>
          <a:xfrm>
            <a:off x="7397773" y="3438623"/>
            <a:ext cx="274942" cy="190099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516079-E657-C9FA-B920-E65E0E2C238E}"/>
              </a:ext>
            </a:extLst>
          </p:cNvPr>
          <p:cNvSpPr/>
          <p:nvPr/>
        </p:nvSpPr>
        <p:spPr>
          <a:xfrm>
            <a:off x="3590233" y="4426818"/>
            <a:ext cx="274942" cy="190099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A430FF1-A07A-66CB-14E4-446CEB3042E3}"/>
              </a:ext>
            </a:extLst>
          </p:cNvPr>
          <p:cNvSpPr/>
          <p:nvPr/>
        </p:nvSpPr>
        <p:spPr>
          <a:xfrm>
            <a:off x="3609483" y="2480910"/>
            <a:ext cx="274942" cy="190099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B01AE09-7AA3-1D7F-BBFF-37AAD5852856}"/>
              </a:ext>
            </a:extLst>
          </p:cNvPr>
          <p:cNvSpPr/>
          <p:nvPr/>
        </p:nvSpPr>
        <p:spPr>
          <a:xfrm>
            <a:off x="3229285" y="2566334"/>
            <a:ext cx="274942" cy="19009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1F25152-24F2-55D9-8476-5F8711EC2401}"/>
              </a:ext>
            </a:extLst>
          </p:cNvPr>
          <p:cNvSpPr/>
          <p:nvPr/>
        </p:nvSpPr>
        <p:spPr>
          <a:xfrm>
            <a:off x="6084185" y="3360417"/>
            <a:ext cx="274942" cy="19009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2DF7EAA-7DC4-3F72-D2AB-411311966637}"/>
              </a:ext>
            </a:extLst>
          </p:cNvPr>
          <p:cNvSpPr/>
          <p:nvPr/>
        </p:nvSpPr>
        <p:spPr>
          <a:xfrm>
            <a:off x="3229285" y="4331768"/>
            <a:ext cx="274942" cy="19009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343A636-A3C4-67CF-EE9E-A8BA9B886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3229" y="1283860"/>
            <a:ext cx="3051449" cy="497229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A370FE3-8A12-AE50-E799-1F57432A1A82}"/>
              </a:ext>
            </a:extLst>
          </p:cNvPr>
          <p:cNvSpPr txBox="1"/>
          <p:nvPr/>
        </p:nvSpPr>
        <p:spPr>
          <a:xfrm>
            <a:off x="952901" y="1857676"/>
            <a:ext cx="169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LDW Camera</a:t>
            </a:r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5B566E4-F696-B317-6347-E3519103EA50}"/>
              </a:ext>
            </a:extLst>
          </p:cNvPr>
          <p:cNvCxnSpPr>
            <a:endCxn id="2" idx="1"/>
          </p:cNvCxnSpPr>
          <p:nvPr/>
        </p:nvCxnSpPr>
        <p:spPr>
          <a:xfrm>
            <a:off x="1809549" y="2290813"/>
            <a:ext cx="1840198" cy="11660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EE9EAAE-E1C2-02E2-C57A-D52D23772161}"/>
              </a:ext>
            </a:extLst>
          </p:cNvPr>
          <p:cNvSpPr/>
          <p:nvPr/>
        </p:nvSpPr>
        <p:spPr>
          <a:xfrm>
            <a:off x="5228398" y="6066054"/>
            <a:ext cx="274942" cy="190099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C6BAAC-31D4-B4D7-5132-1E05AE95D33D}"/>
              </a:ext>
            </a:extLst>
          </p:cNvPr>
          <p:cNvSpPr txBox="1"/>
          <p:nvPr/>
        </p:nvSpPr>
        <p:spPr>
          <a:xfrm>
            <a:off x="5572307" y="5965107"/>
            <a:ext cx="169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AVM Camera</a:t>
            </a:r>
            <a:endParaRPr lang="en-IN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0B8E8C4-CB01-1CB3-E175-07ECAC91A527}"/>
              </a:ext>
            </a:extLst>
          </p:cNvPr>
          <p:cNvSpPr/>
          <p:nvPr/>
        </p:nvSpPr>
        <p:spPr>
          <a:xfrm>
            <a:off x="5316454" y="6086374"/>
            <a:ext cx="98829" cy="10437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297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2E521578-4FC4-7442-DCEC-D9EA0D732EB6}"/>
              </a:ext>
            </a:extLst>
          </p:cNvPr>
          <p:cNvSpPr txBox="1">
            <a:spLocks/>
          </p:cNvSpPr>
          <p:nvPr/>
        </p:nvSpPr>
        <p:spPr>
          <a:xfrm>
            <a:off x="209995" y="2929812"/>
            <a:ext cx="11940898" cy="9237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rgbClr val="002060"/>
                </a:solidFill>
                <a:latin typeface="Gill Sans MT" panose="020B0502020104020203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3600" dirty="0"/>
              <a:t>THANK YOU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875533929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MG India">
      <a:dk1>
        <a:srgbClr val="3A4958"/>
      </a:dk1>
      <a:lt1>
        <a:srgbClr val="FFFFFF"/>
      </a:lt1>
      <a:dk2>
        <a:srgbClr val="9E0210"/>
      </a:dk2>
      <a:lt2>
        <a:srgbClr val="E5E9ED"/>
      </a:lt2>
      <a:accent1>
        <a:srgbClr val="1C242C"/>
      </a:accent1>
      <a:accent2>
        <a:srgbClr val="9E0210"/>
      </a:accent2>
      <a:accent3>
        <a:srgbClr val="7B91A8"/>
      </a:accent3>
      <a:accent4>
        <a:srgbClr val="FEB9BF"/>
      </a:accent4>
      <a:accent5>
        <a:srgbClr val="D3DAE2"/>
      </a:accent5>
      <a:accent6>
        <a:srgbClr val="FFFFFF"/>
      </a:accent6>
      <a:hlink>
        <a:srgbClr val="F79239"/>
      </a:hlink>
      <a:folHlink>
        <a:srgbClr val="FDE9D7"/>
      </a:folHlink>
    </a:clrScheme>
    <a:fontScheme name="MG India">
      <a:majorFont>
        <a:latin typeface="Arial"/>
        <a:ea typeface="微软雅黑"/>
        <a:cs typeface=""/>
      </a:majorFont>
      <a:minorFont>
        <a:latin typeface="Arial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MG India">
      <a:dk1>
        <a:srgbClr val="3A4958"/>
      </a:dk1>
      <a:lt1>
        <a:srgbClr val="FFFFFF"/>
      </a:lt1>
      <a:dk2>
        <a:srgbClr val="9E0210"/>
      </a:dk2>
      <a:lt2>
        <a:srgbClr val="E5E9ED"/>
      </a:lt2>
      <a:accent1>
        <a:srgbClr val="1C242C"/>
      </a:accent1>
      <a:accent2>
        <a:srgbClr val="9E0210"/>
      </a:accent2>
      <a:accent3>
        <a:srgbClr val="7B91A8"/>
      </a:accent3>
      <a:accent4>
        <a:srgbClr val="FEB9BF"/>
      </a:accent4>
      <a:accent5>
        <a:srgbClr val="D3DAE2"/>
      </a:accent5>
      <a:accent6>
        <a:srgbClr val="FFFFFF"/>
      </a:accent6>
      <a:hlink>
        <a:srgbClr val="F79239"/>
      </a:hlink>
      <a:folHlink>
        <a:srgbClr val="FDE9D7"/>
      </a:folHlink>
    </a:clrScheme>
    <a:fontScheme name="MG India">
      <a:majorFont>
        <a:latin typeface="Arial"/>
        <a:ea typeface="微软雅黑"/>
        <a:cs typeface=""/>
      </a:majorFont>
      <a:minorFont>
        <a:latin typeface="Arial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MG India">
      <a:dk1>
        <a:srgbClr val="3A4958"/>
      </a:dk1>
      <a:lt1>
        <a:srgbClr val="FFFFFF"/>
      </a:lt1>
      <a:dk2>
        <a:srgbClr val="9E0210"/>
      </a:dk2>
      <a:lt2>
        <a:srgbClr val="E5E9ED"/>
      </a:lt2>
      <a:accent1>
        <a:srgbClr val="1C242C"/>
      </a:accent1>
      <a:accent2>
        <a:srgbClr val="9E0210"/>
      </a:accent2>
      <a:accent3>
        <a:srgbClr val="7B91A8"/>
      </a:accent3>
      <a:accent4>
        <a:srgbClr val="FEB9BF"/>
      </a:accent4>
      <a:accent5>
        <a:srgbClr val="D3DAE2"/>
      </a:accent5>
      <a:accent6>
        <a:srgbClr val="FFFFFF"/>
      </a:accent6>
      <a:hlink>
        <a:srgbClr val="F79239"/>
      </a:hlink>
      <a:folHlink>
        <a:srgbClr val="FDE9D7"/>
      </a:folHlink>
    </a:clrScheme>
    <a:fontScheme name="MG India">
      <a:majorFont>
        <a:latin typeface="Arial"/>
        <a:ea typeface="微软雅黑"/>
        <a:cs typeface=""/>
      </a:majorFont>
      <a:minorFont>
        <a:latin typeface="Arial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自定义设计方案">
  <a:themeElements>
    <a:clrScheme name="MG India">
      <a:dk1>
        <a:srgbClr val="3A4958"/>
      </a:dk1>
      <a:lt1>
        <a:srgbClr val="FFFFFF"/>
      </a:lt1>
      <a:dk2>
        <a:srgbClr val="9E0210"/>
      </a:dk2>
      <a:lt2>
        <a:srgbClr val="E5E9ED"/>
      </a:lt2>
      <a:accent1>
        <a:srgbClr val="1C242C"/>
      </a:accent1>
      <a:accent2>
        <a:srgbClr val="9E0210"/>
      </a:accent2>
      <a:accent3>
        <a:srgbClr val="7B91A8"/>
      </a:accent3>
      <a:accent4>
        <a:srgbClr val="FEB9BF"/>
      </a:accent4>
      <a:accent5>
        <a:srgbClr val="D3DAE2"/>
      </a:accent5>
      <a:accent6>
        <a:srgbClr val="FFFFFF"/>
      </a:accent6>
      <a:hlink>
        <a:srgbClr val="F79239"/>
      </a:hlink>
      <a:folHlink>
        <a:srgbClr val="FDE9D7"/>
      </a:folHlink>
    </a:clrScheme>
    <a:fontScheme name="MG India">
      <a:majorFont>
        <a:latin typeface="Arial"/>
        <a:ea typeface="微软雅黑"/>
        <a:cs typeface=""/>
      </a:majorFont>
      <a:minorFont>
        <a:latin typeface="Arial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plate PresentationGO Dark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自定义设计方案">
  <a:themeElements>
    <a:clrScheme name="MG India">
      <a:dk1>
        <a:srgbClr val="3A4958"/>
      </a:dk1>
      <a:lt1>
        <a:srgbClr val="FFFFFF"/>
      </a:lt1>
      <a:dk2>
        <a:srgbClr val="9E0210"/>
      </a:dk2>
      <a:lt2>
        <a:srgbClr val="E5E9ED"/>
      </a:lt2>
      <a:accent1>
        <a:srgbClr val="1C242C"/>
      </a:accent1>
      <a:accent2>
        <a:srgbClr val="9E0210"/>
      </a:accent2>
      <a:accent3>
        <a:srgbClr val="7B91A8"/>
      </a:accent3>
      <a:accent4>
        <a:srgbClr val="FEB9BF"/>
      </a:accent4>
      <a:accent5>
        <a:srgbClr val="D3DAE2"/>
      </a:accent5>
      <a:accent6>
        <a:srgbClr val="FFFFFF"/>
      </a:accent6>
      <a:hlink>
        <a:srgbClr val="F79239"/>
      </a:hlink>
      <a:folHlink>
        <a:srgbClr val="FDE9D7"/>
      </a:folHlink>
    </a:clrScheme>
    <a:fontScheme name="MG India">
      <a:majorFont>
        <a:latin typeface="Arial"/>
        <a:ea typeface="微软雅黑"/>
        <a:cs typeface=""/>
      </a:majorFont>
      <a:minorFont>
        <a:latin typeface="Arial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et.pptx" id="{FCF819E7-F3AC-4457-AA42-57ED9801D3AD}" vid="{D0CC4B43-9F3A-485C-93C7-5705E27B1FF1}"/>
    </a:ext>
  </a:extLst>
</a:theme>
</file>

<file path=ppt/theme/theme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37085895285044951D0691828232EA" ma:contentTypeVersion="13" ma:contentTypeDescription="Create a new document." ma:contentTypeScope="" ma:versionID="b44f8fd7a5d8fd1dd3a7819f0a496cfb">
  <xsd:schema xmlns:xsd="http://www.w3.org/2001/XMLSchema" xmlns:xs="http://www.w3.org/2001/XMLSchema" xmlns:p="http://schemas.microsoft.com/office/2006/metadata/properties" xmlns:ns2="f3b4a96f-beda-4448-81bc-eca97a658426" xmlns:ns3="0c678b09-faf6-41f8-9611-78051d99075e" targetNamespace="http://schemas.microsoft.com/office/2006/metadata/properties" ma:root="true" ma:fieldsID="92e2b9a20446d49ecf7b3542447878f3" ns2:_="" ns3:_="">
    <xsd:import namespace="f3b4a96f-beda-4448-81bc-eca97a658426"/>
    <xsd:import namespace="0c678b09-faf6-41f8-9611-78051d9907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LengthInSecond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b4a96f-beda-4448-81bc-eca97a6584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e04744b-537c-43e2-b610-df91810270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678b09-faf6-41f8-9611-78051d99075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9d52f2ff-9f94-4fc3-a3f4-6bf1847b233e}" ma:internalName="TaxCatchAll" ma:showField="CatchAllData" ma:web="0c678b09-faf6-41f8-9611-78051d99075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68D3DE-4087-4603-BF59-F0F5540B000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E96795-741F-486F-B1BF-801F0B0379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3b4a96f-beda-4448-81bc-eca97a658426"/>
    <ds:schemaRef ds:uri="0c678b09-faf6-41f8-9611-78051d9907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71436</TotalTime>
  <Words>321</Words>
  <Application>Microsoft Office PowerPoint</Application>
  <PresentationFormat>Widescreen</PresentationFormat>
  <Paragraphs>90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8</vt:i4>
      </vt:variant>
    </vt:vector>
  </HeadingPairs>
  <TitlesOfParts>
    <vt:vector size="22" baseType="lpstr">
      <vt:lpstr>Microsoft YaHei</vt:lpstr>
      <vt:lpstr>Arial</vt:lpstr>
      <vt:lpstr>Calibri</vt:lpstr>
      <vt:lpstr>Calibri Light</vt:lpstr>
      <vt:lpstr>Gill Sans MT</vt:lpstr>
      <vt:lpstr>Helvetica</vt:lpstr>
      <vt:lpstr>Wingdings</vt:lpstr>
      <vt:lpstr>自定义设计方案</vt:lpstr>
      <vt:lpstr>1_自定义设计方案</vt:lpstr>
      <vt:lpstr>2_自定义设计方案</vt:lpstr>
      <vt:lpstr>3_自定义设计方案</vt:lpstr>
      <vt:lpstr>Template PresentationGO Dark</vt:lpstr>
      <vt:lpstr>4_自定义设计方案</vt:lpstr>
      <vt:lpstr>1_Office 主题​​</vt:lpstr>
      <vt:lpstr>PowerPoint Presentation</vt:lpstr>
      <vt:lpstr>Test line for LS6: SOS</vt:lpstr>
      <vt:lpstr>Test line for LS6: NCA/HLA &amp; DVT</vt:lpstr>
      <vt:lpstr>Test line for LS6: Front and rear Radar calibration</vt:lpstr>
      <vt:lpstr>Test line for LS6: Front and rear Radar calibration</vt:lpstr>
      <vt:lpstr>Test line for LS6: Camera calibration </vt:lpstr>
      <vt:lpstr>Test line for LS6: Camera calibration </vt:lpstr>
      <vt:lpstr>PowerPoint Presentation</vt:lpstr>
    </vt:vector>
  </TitlesOfParts>
  <Company>MG Motor India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Yeshwinder Patial</dc:creator>
  <cp:keywords>MG India Templates</cp:keywords>
  <cp:lastModifiedBy>Abey Thomas</cp:lastModifiedBy>
  <cp:revision>4557</cp:revision>
  <cp:lastPrinted>2020-05-07T04:46:08Z</cp:lastPrinted>
  <dcterms:created xsi:type="dcterms:W3CDTF">2017-02-19T13:23:55Z</dcterms:created>
  <dcterms:modified xsi:type="dcterms:W3CDTF">2026-03-05T10:23:14Z</dcterms:modified>
</cp:coreProperties>
</file>